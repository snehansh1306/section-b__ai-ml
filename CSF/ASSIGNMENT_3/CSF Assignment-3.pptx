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D1C45A-B91A-4E39-B809-B1F125302FB4}" v="119" dt="2025-11-22T03:02:29.2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86" autoAdjust="0"/>
    <p:restoredTop sz="94660"/>
  </p:normalViewPr>
  <p:slideViewPr>
    <p:cSldViewPr snapToGrid="0">
      <p:cViewPr varScale="1">
        <p:scale>
          <a:sx n="59" d="100"/>
          <a:sy n="59" d="100"/>
        </p:scale>
        <p:origin x="836" y="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nav Nailwal" userId="38e5ac2aeabf8443" providerId="LiveId" clId="{7FBF56C5-5ABB-43FD-9043-471839470851}"/>
    <pc:docChg chg="undo custSel addSld delSld modSld">
      <pc:chgData name="Pranav Nailwal" userId="38e5ac2aeabf8443" providerId="LiveId" clId="{7FBF56C5-5ABB-43FD-9043-471839470851}" dt="2025-11-22T03:09:33.935" v="529" actId="1076"/>
      <pc:docMkLst>
        <pc:docMk/>
      </pc:docMkLst>
      <pc:sldChg chg="modSp new mod">
        <pc:chgData name="Pranav Nailwal" userId="38e5ac2aeabf8443" providerId="LiveId" clId="{7FBF56C5-5ABB-43FD-9043-471839470851}" dt="2025-11-22T02:14:16.364" v="67" actId="1076"/>
        <pc:sldMkLst>
          <pc:docMk/>
          <pc:sldMk cId="62417491" sldId="256"/>
        </pc:sldMkLst>
        <pc:spChg chg="mod">
          <ac:chgData name="Pranav Nailwal" userId="38e5ac2aeabf8443" providerId="LiveId" clId="{7FBF56C5-5ABB-43FD-9043-471839470851}" dt="2025-11-22T02:14:16.364" v="67" actId="1076"/>
          <ac:spMkLst>
            <pc:docMk/>
            <pc:sldMk cId="62417491" sldId="256"/>
            <ac:spMk id="2" creationId="{0D83EC06-7592-BAE4-3928-EA77C23418AF}"/>
          </ac:spMkLst>
        </pc:spChg>
        <pc:spChg chg="mod">
          <ac:chgData name="Pranav Nailwal" userId="38e5ac2aeabf8443" providerId="LiveId" clId="{7FBF56C5-5ABB-43FD-9043-471839470851}" dt="2025-11-22T02:14:12.003" v="66" actId="1076"/>
          <ac:spMkLst>
            <pc:docMk/>
            <pc:sldMk cId="62417491" sldId="256"/>
            <ac:spMk id="3" creationId="{C53EEC40-B05F-8551-88FC-D8D59C18B95F}"/>
          </ac:spMkLst>
        </pc:spChg>
      </pc:sldChg>
      <pc:sldChg chg="modSp new mod">
        <pc:chgData name="Pranav Nailwal" userId="38e5ac2aeabf8443" providerId="LiveId" clId="{7FBF56C5-5ABB-43FD-9043-471839470851}" dt="2025-11-22T02:23:34.872" v="178"/>
        <pc:sldMkLst>
          <pc:docMk/>
          <pc:sldMk cId="1316707839" sldId="257"/>
        </pc:sldMkLst>
        <pc:spChg chg="mod">
          <ac:chgData name="Pranav Nailwal" userId="38e5ac2aeabf8443" providerId="LiveId" clId="{7FBF56C5-5ABB-43FD-9043-471839470851}" dt="2025-11-22T02:18:55.709" v="160" actId="20577"/>
          <ac:spMkLst>
            <pc:docMk/>
            <pc:sldMk cId="1316707839" sldId="257"/>
            <ac:spMk id="2" creationId="{49854465-0225-457D-C15A-B230C3E8446A}"/>
          </ac:spMkLst>
        </pc:spChg>
        <pc:spChg chg="mod">
          <ac:chgData name="Pranav Nailwal" userId="38e5ac2aeabf8443" providerId="LiveId" clId="{7FBF56C5-5ABB-43FD-9043-471839470851}" dt="2025-11-22T02:23:34.872" v="178"/>
          <ac:spMkLst>
            <pc:docMk/>
            <pc:sldMk cId="1316707839" sldId="257"/>
            <ac:spMk id="3" creationId="{8F482E3A-A1F9-D709-5FD5-1CD734D5065E}"/>
          </ac:spMkLst>
        </pc:spChg>
      </pc:sldChg>
      <pc:sldChg chg="modSp new mod">
        <pc:chgData name="Pranav Nailwal" userId="38e5ac2aeabf8443" providerId="LiveId" clId="{7FBF56C5-5ABB-43FD-9043-471839470851}" dt="2025-11-22T02:36:11.483" v="278" actId="1076"/>
        <pc:sldMkLst>
          <pc:docMk/>
          <pc:sldMk cId="7688692" sldId="258"/>
        </pc:sldMkLst>
        <pc:spChg chg="mod">
          <ac:chgData name="Pranav Nailwal" userId="38e5ac2aeabf8443" providerId="LiveId" clId="{7FBF56C5-5ABB-43FD-9043-471839470851}" dt="2025-11-22T02:19:49.049" v="164"/>
          <ac:spMkLst>
            <pc:docMk/>
            <pc:sldMk cId="7688692" sldId="258"/>
            <ac:spMk id="2" creationId="{B42F453E-8624-802D-3BB5-62D306A8DB71}"/>
          </ac:spMkLst>
        </pc:spChg>
        <pc:spChg chg="mod">
          <ac:chgData name="Pranav Nailwal" userId="38e5ac2aeabf8443" providerId="LiveId" clId="{7FBF56C5-5ABB-43FD-9043-471839470851}" dt="2025-11-22T02:36:11.483" v="278" actId="1076"/>
          <ac:spMkLst>
            <pc:docMk/>
            <pc:sldMk cId="7688692" sldId="258"/>
            <ac:spMk id="3" creationId="{E8387A0C-C7D0-4B27-84E1-F0E270A841F5}"/>
          </ac:spMkLst>
        </pc:spChg>
      </pc:sldChg>
      <pc:sldChg chg="new del">
        <pc:chgData name="Pranav Nailwal" userId="38e5ac2aeabf8443" providerId="LiveId" clId="{7FBF56C5-5ABB-43FD-9043-471839470851}" dt="2025-11-22T02:19:32.611" v="162" actId="2696"/>
        <pc:sldMkLst>
          <pc:docMk/>
          <pc:sldMk cId="362851013" sldId="258"/>
        </pc:sldMkLst>
      </pc:sldChg>
      <pc:sldChg chg="addSp modSp new mod">
        <pc:chgData name="Pranav Nailwal" userId="38e5ac2aeabf8443" providerId="LiveId" clId="{7FBF56C5-5ABB-43FD-9043-471839470851}" dt="2025-11-22T03:07:12.159" v="522" actId="20577"/>
        <pc:sldMkLst>
          <pc:docMk/>
          <pc:sldMk cId="3254449050" sldId="259"/>
        </pc:sldMkLst>
        <pc:spChg chg="mod">
          <ac:chgData name="Pranav Nailwal" userId="38e5ac2aeabf8443" providerId="LiveId" clId="{7FBF56C5-5ABB-43FD-9043-471839470851}" dt="2025-11-22T03:07:12.159" v="522" actId="20577"/>
          <ac:spMkLst>
            <pc:docMk/>
            <pc:sldMk cId="3254449050" sldId="259"/>
            <ac:spMk id="2" creationId="{E791E968-F36C-4CF9-FA98-26CA458BFEC7}"/>
          </ac:spMkLst>
        </pc:spChg>
        <pc:spChg chg="mod">
          <ac:chgData name="Pranav Nailwal" userId="38e5ac2aeabf8443" providerId="LiveId" clId="{7FBF56C5-5ABB-43FD-9043-471839470851}" dt="2025-11-22T03:07:09.410" v="521" actId="1076"/>
          <ac:spMkLst>
            <pc:docMk/>
            <pc:sldMk cId="3254449050" sldId="259"/>
            <ac:spMk id="3" creationId="{8EAA27B5-2CDD-75BE-F4B0-71B87D2AA3C3}"/>
          </ac:spMkLst>
        </pc:spChg>
        <pc:picChg chg="add mod">
          <ac:chgData name="Pranav Nailwal" userId="38e5ac2aeabf8443" providerId="LiveId" clId="{7FBF56C5-5ABB-43FD-9043-471839470851}" dt="2025-11-22T03:07:00.239" v="518" actId="14100"/>
          <ac:picMkLst>
            <pc:docMk/>
            <pc:sldMk cId="3254449050" sldId="259"/>
            <ac:picMk id="5122" creationId="{86EAF826-6734-D164-9E46-4D4D92C6AE29}"/>
          </ac:picMkLst>
        </pc:picChg>
        <pc:picChg chg="add mod">
          <ac:chgData name="Pranav Nailwal" userId="38e5ac2aeabf8443" providerId="LiveId" clId="{7FBF56C5-5ABB-43FD-9043-471839470851}" dt="2025-11-22T03:07:09.410" v="521" actId="1076"/>
          <ac:picMkLst>
            <pc:docMk/>
            <pc:sldMk cId="3254449050" sldId="259"/>
            <ac:picMk id="5124" creationId="{D7DDD54D-372B-3D5B-9418-23EBC19EDD8F}"/>
          </ac:picMkLst>
        </pc:picChg>
      </pc:sldChg>
      <pc:sldChg chg="modSp new mod">
        <pc:chgData name="Pranav Nailwal" userId="38e5ac2aeabf8443" providerId="LiveId" clId="{7FBF56C5-5ABB-43FD-9043-471839470851}" dt="2025-11-22T02:30:14.557" v="216"/>
        <pc:sldMkLst>
          <pc:docMk/>
          <pc:sldMk cId="3477186060" sldId="260"/>
        </pc:sldMkLst>
        <pc:spChg chg="mod">
          <ac:chgData name="Pranav Nailwal" userId="38e5ac2aeabf8443" providerId="LiveId" clId="{7FBF56C5-5ABB-43FD-9043-471839470851}" dt="2025-11-22T02:20:53.104" v="173"/>
          <ac:spMkLst>
            <pc:docMk/>
            <pc:sldMk cId="3477186060" sldId="260"/>
            <ac:spMk id="2" creationId="{9397A9C6-B415-0F7C-CEAD-A7D725532BF7}"/>
          </ac:spMkLst>
        </pc:spChg>
        <pc:spChg chg="mod">
          <ac:chgData name="Pranav Nailwal" userId="38e5ac2aeabf8443" providerId="LiveId" clId="{7FBF56C5-5ABB-43FD-9043-471839470851}" dt="2025-11-22T02:30:14.557" v="216"/>
          <ac:spMkLst>
            <pc:docMk/>
            <pc:sldMk cId="3477186060" sldId="260"/>
            <ac:spMk id="3" creationId="{228189A4-2BCD-644F-4001-B790CA5B094C}"/>
          </ac:spMkLst>
        </pc:spChg>
      </pc:sldChg>
      <pc:sldChg chg="modSp new mod">
        <pc:chgData name="Pranav Nailwal" userId="38e5ac2aeabf8443" providerId="LiveId" clId="{7FBF56C5-5ABB-43FD-9043-471839470851}" dt="2025-11-22T02:32:01.157" v="220" actId="27636"/>
        <pc:sldMkLst>
          <pc:docMk/>
          <pc:sldMk cId="3591835410" sldId="261"/>
        </pc:sldMkLst>
        <pc:spChg chg="mod">
          <ac:chgData name="Pranav Nailwal" userId="38e5ac2aeabf8443" providerId="LiveId" clId="{7FBF56C5-5ABB-43FD-9043-471839470851}" dt="2025-11-22T02:30:40.018" v="218"/>
          <ac:spMkLst>
            <pc:docMk/>
            <pc:sldMk cId="3591835410" sldId="261"/>
            <ac:spMk id="2" creationId="{A026014B-8FC6-53A7-523E-3B039B21B6A2}"/>
          </ac:spMkLst>
        </pc:spChg>
        <pc:spChg chg="mod">
          <ac:chgData name="Pranav Nailwal" userId="38e5ac2aeabf8443" providerId="LiveId" clId="{7FBF56C5-5ABB-43FD-9043-471839470851}" dt="2025-11-22T02:32:01.157" v="220" actId="27636"/>
          <ac:spMkLst>
            <pc:docMk/>
            <pc:sldMk cId="3591835410" sldId="261"/>
            <ac:spMk id="3" creationId="{2B8AD304-2505-EB54-3647-28963F255FEE}"/>
          </ac:spMkLst>
        </pc:spChg>
      </pc:sldChg>
      <pc:sldChg chg="addSp modSp new mod">
        <pc:chgData name="Pranav Nailwal" userId="38e5ac2aeabf8443" providerId="LiveId" clId="{7FBF56C5-5ABB-43FD-9043-471839470851}" dt="2025-11-22T03:08:54.404" v="525" actId="20577"/>
        <pc:sldMkLst>
          <pc:docMk/>
          <pc:sldMk cId="3596065771" sldId="262"/>
        </pc:sldMkLst>
        <pc:spChg chg="mod">
          <ac:chgData name="Pranav Nailwal" userId="38e5ac2aeabf8443" providerId="LiveId" clId="{7FBF56C5-5ABB-43FD-9043-471839470851}" dt="2025-11-22T03:08:54.404" v="525" actId="20577"/>
          <ac:spMkLst>
            <pc:docMk/>
            <pc:sldMk cId="3596065771" sldId="262"/>
            <ac:spMk id="2" creationId="{0A5AEF8D-6A63-77E7-4D39-47C4BBA9078F}"/>
          </ac:spMkLst>
        </pc:spChg>
        <pc:spChg chg="mod">
          <ac:chgData name="Pranav Nailwal" userId="38e5ac2aeabf8443" providerId="LiveId" clId="{7FBF56C5-5ABB-43FD-9043-471839470851}" dt="2025-11-22T02:38:41.107" v="297" actId="20577"/>
          <ac:spMkLst>
            <pc:docMk/>
            <pc:sldMk cId="3596065771" sldId="262"/>
            <ac:spMk id="3" creationId="{0D5C18F0-E17F-6EEF-C8F0-90DF5DC2E1F0}"/>
          </ac:spMkLst>
        </pc:spChg>
        <pc:spChg chg="add">
          <ac:chgData name="Pranav Nailwal" userId="38e5ac2aeabf8443" providerId="LiveId" clId="{7FBF56C5-5ABB-43FD-9043-471839470851}" dt="2025-11-22T02:38:41.882" v="298"/>
          <ac:spMkLst>
            <pc:docMk/>
            <pc:sldMk cId="3596065771" sldId="262"/>
            <ac:spMk id="4" creationId="{8C3721A9-E119-C9B0-EC47-D306BDD0A8BA}"/>
          </ac:spMkLst>
        </pc:spChg>
      </pc:sldChg>
      <pc:sldChg chg="addSp delSp modSp new del mod">
        <pc:chgData name="Pranav Nailwal" userId="38e5ac2aeabf8443" providerId="LiveId" clId="{7FBF56C5-5ABB-43FD-9043-471839470851}" dt="2025-11-22T02:50:24.173" v="418" actId="2696"/>
        <pc:sldMkLst>
          <pc:docMk/>
          <pc:sldMk cId="126366860" sldId="263"/>
        </pc:sldMkLst>
        <pc:spChg chg="mod">
          <ac:chgData name="Pranav Nailwal" userId="38e5ac2aeabf8443" providerId="LiveId" clId="{7FBF56C5-5ABB-43FD-9043-471839470851}" dt="2025-11-22T02:45:40.179" v="383"/>
          <ac:spMkLst>
            <pc:docMk/>
            <pc:sldMk cId="126366860" sldId="263"/>
            <ac:spMk id="2" creationId="{0D359C69-39AD-C6A9-0E03-5DA5CB66B3DA}"/>
          </ac:spMkLst>
        </pc:spChg>
        <pc:spChg chg="del mod">
          <ac:chgData name="Pranav Nailwal" userId="38e5ac2aeabf8443" providerId="LiveId" clId="{7FBF56C5-5ABB-43FD-9043-471839470851}" dt="2025-11-22T02:46:33.278" v="387" actId="21"/>
          <ac:spMkLst>
            <pc:docMk/>
            <pc:sldMk cId="126366860" sldId="263"/>
            <ac:spMk id="3" creationId="{4224D715-00F5-F739-0FA0-138B9C72BE26}"/>
          </ac:spMkLst>
        </pc:spChg>
        <pc:spChg chg="add del">
          <ac:chgData name="Pranav Nailwal" userId="38e5ac2aeabf8443" providerId="LiveId" clId="{7FBF56C5-5ABB-43FD-9043-471839470851}" dt="2025-11-22T02:46:33.278" v="387" actId="21"/>
          <ac:spMkLst>
            <pc:docMk/>
            <pc:sldMk cId="126366860" sldId="263"/>
            <ac:spMk id="4" creationId="{CE05938C-C177-66F1-6EA7-B60C0F767BB2}"/>
          </ac:spMkLst>
        </pc:spChg>
        <pc:spChg chg="add del mod">
          <ac:chgData name="Pranav Nailwal" userId="38e5ac2aeabf8443" providerId="LiveId" clId="{7FBF56C5-5ABB-43FD-9043-471839470851}" dt="2025-11-22T02:47:28.880" v="399" actId="478"/>
          <ac:spMkLst>
            <pc:docMk/>
            <pc:sldMk cId="126366860" sldId="263"/>
            <ac:spMk id="5" creationId="{D34EAA75-0991-D100-BE56-7B0B9DBF19F1}"/>
          </ac:spMkLst>
        </pc:spChg>
        <pc:spChg chg="add mod">
          <ac:chgData name="Pranav Nailwal" userId="38e5ac2aeabf8443" providerId="LiveId" clId="{7FBF56C5-5ABB-43FD-9043-471839470851}" dt="2025-11-22T02:46:54.447" v="391"/>
          <ac:spMkLst>
            <pc:docMk/>
            <pc:sldMk cId="126366860" sldId="263"/>
            <ac:spMk id="6" creationId="{4224D715-00F5-F739-0FA0-138B9C72BE26}"/>
          </ac:spMkLst>
        </pc:spChg>
        <pc:spChg chg="add mod">
          <ac:chgData name="Pranav Nailwal" userId="38e5ac2aeabf8443" providerId="LiveId" clId="{7FBF56C5-5ABB-43FD-9043-471839470851}" dt="2025-11-22T02:46:45.071" v="389" actId="14100"/>
          <ac:spMkLst>
            <pc:docMk/>
            <pc:sldMk cId="126366860" sldId="263"/>
            <ac:spMk id="7" creationId="{CE05938C-C177-66F1-6EA7-B60C0F767BB2}"/>
          </ac:spMkLst>
        </pc:spChg>
        <pc:spChg chg="add mod">
          <ac:chgData name="Pranav Nailwal" userId="38e5ac2aeabf8443" providerId="LiveId" clId="{7FBF56C5-5ABB-43FD-9043-471839470851}" dt="2025-11-22T02:48:59.554" v="410" actId="1076"/>
          <ac:spMkLst>
            <pc:docMk/>
            <pc:sldMk cId="126366860" sldId="263"/>
            <ac:spMk id="8" creationId="{EA3C2199-BC6E-5686-FA6C-7578E35FCDF1}"/>
          </ac:spMkLst>
        </pc:spChg>
        <pc:spChg chg="add del mod">
          <ac:chgData name="Pranav Nailwal" userId="38e5ac2aeabf8443" providerId="LiveId" clId="{7FBF56C5-5ABB-43FD-9043-471839470851}" dt="2025-11-22T02:47:43.718" v="402" actId="478"/>
          <ac:spMkLst>
            <pc:docMk/>
            <pc:sldMk cId="126366860" sldId="263"/>
            <ac:spMk id="9" creationId="{541A7155-B1A8-DEEC-1329-7E66E09D5CA3}"/>
          </ac:spMkLst>
        </pc:spChg>
        <pc:spChg chg="add del mod">
          <ac:chgData name="Pranav Nailwal" userId="38e5ac2aeabf8443" providerId="LiveId" clId="{7FBF56C5-5ABB-43FD-9043-471839470851}" dt="2025-11-22T02:48:38.300" v="409" actId="478"/>
          <ac:spMkLst>
            <pc:docMk/>
            <pc:sldMk cId="126366860" sldId="263"/>
            <ac:spMk id="10" creationId="{405C74EC-812D-50CD-4AAE-26705A2E8DB2}"/>
          </ac:spMkLst>
        </pc:spChg>
        <pc:spChg chg="add del mod">
          <ac:chgData name="Pranav Nailwal" userId="38e5ac2aeabf8443" providerId="LiveId" clId="{7FBF56C5-5ABB-43FD-9043-471839470851}" dt="2025-11-22T02:49:18.417" v="416" actId="22"/>
          <ac:spMkLst>
            <pc:docMk/>
            <pc:sldMk cId="126366860" sldId="263"/>
            <ac:spMk id="12" creationId="{9B101D91-44CA-B64A-1B76-99DF0DE8B619}"/>
          </ac:spMkLst>
        </pc:spChg>
        <pc:spChg chg="add">
          <ac:chgData name="Pranav Nailwal" userId="38e5ac2aeabf8443" providerId="LiveId" clId="{7FBF56C5-5ABB-43FD-9043-471839470851}" dt="2025-11-22T02:49:27.331" v="417"/>
          <ac:spMkLst>
            <pc:docMk/>
            <pc:sldMk cId="126366860" sldId="263"/>
            <ac:spMk id="13" creationId="{E536098C-7D41-89C7-7FEE-ACAAA57F04A7}"/>
          </ac:spMkLst>
        </pc:spChg>
      </pc:sldChg>
      <pc:sldChg chg="addSp delSp modSp new del mod">
        <pc:chgData name="Pranav Nailwal" userId="38e5ac2aeabf8443" providerId="LiveId" clId="{7FBF56C5-5ABB-43FD-9043-471839470851}" dt="2025-11-22T02:43:55.413" v="374" actId="2696"/>
        <pc:sldMkLst>
          <pc:docMk/>
          <pc:sldMk cId="669163145" sldId="263"/>
        </pc:sldMkLst>
        <pc:spChg chg="mod">
          <ac:chgData name="Pranav Nailwal" userId="38e5ac2aeabf8443" providerId="LiveId" clId="{7FBF56C5-5ABB-43FD-9043-471839470851}" dt="2025-11-22T02:43:14.433" v="372" actId="1076"/>
          <ac:spMkLst>
            <pc:docMk/>
            <pc:sldMk cId="669163145" sldId="263"/>
            <ac:spMk id="2" creationId="{DEC5C515-4986-07A0-7D7C-39A23B4D61F5}"/>
          </ac:spMkLst>
        </pc:spChg>
        <pc:spChg chg="mod">
          <ac:chgData name="Pranav Nailwal" userId="38e5ac2aeabf8443" providerId="LiveId" clId="{7FBF56C5-5ABB-43FD-9043-471839470851}" dt="2025-11-22T02:43:51.221" v="373" actId="6549"/>
          <ac:spMkLst>
            <pc:docMk/>
            <pc:sldMk cId="669163145" sldId="263"/>
            <ac:spMk id="3" creationId="{4B812C73-E3CE-81A9-26F5-040208B054A1}"/>
          </ac:spMkLst>
        </pc:spChg>
        <pc:spChg chg="add">
          <ac:chgData name="Pranav Nailwal" userId="38e5ac2aeabf8443" providerId="LiveId" clId="{7FBF56C5-5ABB-43FD-9043-471839470851}" dt="2025-11-22T02:37:45.908" v="285"/>
          <ac:spMkLst>
            <pc:docMk/>
            <pc:sldMk cId="669163145" sldId="263"/>
            <ac:spMk id="4" creationId="{C3706638-F24A-21E3-B1B0-B1C3772CCDE4}"/>
          </ac:spMkLst>
        </pc:spChg>
        <pc:spChg chg="add mod">
          <ac:chgData name="Pranav Nailwal" userId="38e5ac2aeabf8443" providerId="LiveId" clId="{7FBF56C5-5ABB-43FD-9043-471839470851}" dt="2025-11-22T02:37:51.073" v="288"/>
          <ac:spMkLst>
            <pc:docMk/>
            <pc:sldMk cId="669163145" sldId="263"/>
            <ac:spMk id="5" creationId="{281DC729-21B0-62D2-FD40-3398C275818F}"/>
          </ac:spMkLst>
        </pc:spChg>
        <pc:spChg chg="add">
          <ac:chgData name="Pranav Nailwal" userId="38e5ac2aeabf8443" providerId="LiveId" clId="{7FBF56C5-5ABB-43FD-9043-471839470851}" dt="2025-11-22T02:38:03.411" v="292"/>
          <ac:spMkLst>
            <pc:docMk/>
            <pc:sldMk cId="669163145" sldId="263"/>
            <ac:spMk id="6" creationId="{75FDEB50-9862-DB16-1873-E82536077FC4}"/>
          </ac:spMkLst>
        </pc:spChg>
        <pc:spChg chg="add">
          <ac:chgData name="Pranav Nailwal" userId="38e5ac2aeabf8443" providerId="LiveId" clId="{7FBF56C5-5ABB-43FD-9043-471839470851}" dt="2025-11-22T02:38:10.345" v="294"/>
          <ac:spMkLst>
            <pc:docMk/>
            <pc:sldMk cId="669163145" sldId="263"/>
            <ac:spMk id="7" creationId="{798ADE5E-D8AD-A280-2481-697428461EA2}"/>
          </ac:spMkLst>
        </pc:spChg>
        <pc:spChg chg="add">
          <ac:chgData name="Pranav Nailwal" userId="38e5ac2aeabf8443" providerId="LiveId" clId="{7FBF56C5-5ABB-43FD-9043-471839470851}" dt="2025-11-22T02:38:32.845" v="296"/>
          <ac:spMkLst>
            <pc:docMk/>
            <pc:sldMk cId="669163145" sldId="263"/>
            <ac:spMk id="8" creationId="{6D550C83-8441-84FB-2F27-99BF9FD026F2}"/>
          </ac:spMkLst>
        </pc:spChg>
        <pc:spChg chg="add">
          <ac:chgData name="Pranav Nailwal" userId="38e5ac2aeabf8443" providerId="LiveId" clId="{7FBF56C5-5ABB-43FD-9043-471839470851}" dt="2025-11-22T02:38:55.567" v="314"/>
          <ac:spMkLst>
            <pc:docMk/>
            <pc:sldMk cId="669163145" sldId="263"/>
            <ac:spMk id="9" creationId="{8E4D362C-B8A4-786D-2DC3-C7F1B71A985D}"/>
          </ac:spMkLst>
        </pc:spChg>
        <pc:spChg chg="add">
          <ac:chgData name="Pranav Nailwal" userId="38e5ac2aeabf8443" providerId="LiveId" clId="{7FBF56C5-5ABB-43FD-9043-471839470851}" dt="2025-11-22T02:39:19.779" v="328"/>
          <ac:spMkLst>
            <pc:docMk/>
            <pc:sldMk cId="669163145" sldId="263"/>
            <ac:spMk id="10" creationId="{C04D082B-F000-5F03-802E-07AC0C2E1FBF}"/>
          </ac:spMkLst>
        </pc:spChg>
        <pc:spChg chg="add mod">
          <ac:chgData name="Pranav Nailwal" userId="38e5ac2aeabf8443" providerId="LiveId" clId="{7FBF56C5-5ABB-43FD-9043-471839470851}" dt="2025-11-22T02:39:23.926" v="342"/>
          <ac:spMkLst>
            <pc:docMk/>
            <pc:sldMk cId="669163145" sldId="263"/>
            <ac:spMk id="11" creationId="{76FF3019-98EA-CEFE-8675-84F13D69B7DD}"/>
          </ac:spMkLst>
        </pc:spChg>
        <pc:spChg chg="add mod">
          <ac:chgData name="Pranav Nailwal" userId="38e5ac2aeabf8443" providerId="LiveId" clId="{7FBF56C5-5ABB-43FD-9043-471839470851}" dt="2025-11-22T02:39:23.574" v="341"/>
          <ac:spMkLst>
            <pc:docMk/>
            <pc:sldMk cId="669163145" sldId="263"/>
            <ac:spMk id="12" creationId="{9A33E296-E2FF-65A3-F926-0CAE1D3CE2DA}"/>
          </ac:spMkLst>
        </pc:spChg>
        <pc:spChg chg="add mod">
          <ac:chgData name="Pranav Nailwal" userId="38e5ac2aeabf8443" providerId="LiveId" clId="{7FBF56C5-5ABB-43FD-9043-471839470851}" dt="2025-11-22T02:39:23.335" v="340"/>
          <ac:spMkLst>
            <pc:docMk/>
            <pc:sldMk cId="669163145" sldId="263"/>
            <ac:spMk id="13" creationId="{DA6D6906-A34A-7529-8F0C-155E26A74921}"/>
          </ac:spMkLst>
        </pc:spChg>
        <pc:spChg chg="add mod">
          <ac:chgData name="Pranav Nailwal" userId="38e5ac2aeabf8443" providerId="LiveId" clId="{7FBF56C5-5ABB-43FD-9043-471839470851}" dt="2025-11-22T02:39:23.160" v="339"/>
          <ac:spMkLst>
            <pc:docMk/>
            <pc:sldMk cId="669163145" sldId="263"/>
            <ac:spMk id="14" creationId="{F92CAD48-018A-FAD9-D61A-53FCAEDB369D}"/>
          </ac:spMkLst>
        </pc:spChg>
        <pc:spChg chg="add mod">
          <ac:chgData name="Pranav Nailwal" userId="38e5ac2aeabf8443" providerId="LiveId" clId="{7FBF56C5-5ABB-43FD-9043-471839470851}" dt="2025-11-22T02:39:22.953" v="338"/>
          <ac:spMkLst>
            <pc:docMk/>
            <pc:sldMk cId="669163145" sldId="263"/>
            <ac:spMk id="15" creationId="{3BFA9B0F-A995-D325-15E3-0E207EB158D0}"/>
          </ac:spMkLst>
        </pc:spChg>
        <pc:spChg chg="add mod">
          <ac:chgData name="Pranav Nailwal" userId="38e5ac2aeabf8443" providerId="LiveId" clId="{7FBF56C5-5ABB-43FD-9043-471839470851}" dt="2025-11-22T02:39:22.428" v="337"/>
          <ac:spMkLst>
            <pc:docMk/>
            <pc:sldMk cId="669163145" sldId="263"/>
            <ac:spMk id="16" creationId="{3F9CBF9C-971D-1C48-2B0D-223F85746D94}"/>
          </ac:spMkLst>
        </pc:spChg>
        <pc:spChg chg="add mod">
          <ac:chgData name="Pranav Nailwal" userId="38e5ac2aeabf8443" providerId="LiveId" clId="{7FBF56C5-5ABB-43FD-9043-471839470851}" dt="2025-11-22T02:39:22.221" v="336"/>
          <ac:spMkLst>
            <pc:docMk/>
            <pc:sldMk cId="669163145" sldId="263"/>
            <ac:spMk id="17" creationId="{C96D22A2-DFD4-ADC0-8B7E-EF06300BA609}"/>
          </ac:spMkLst>
        </pc:spChg>
        <pc:spChg chg="add">
          <ac:chgData name="Pranav Nailwal" userId="38e5ac2aeabf8443" providerId="LiveId" clId="{7FBF56C5-5ABB-43FD-9043-471839470851}" dt="2025-11-22T02:39:52.571" v="344"/>
          <ac:spMkLst>
            <pc:docMk/>
            <pc:sldMk cId="669163145" sldId="263"/>
            <ac:spMk id="18" creationId="{BC8BCB4A-6690-B13E-B396-9F017AE379E1}"/>
          </ac:spMkLst>
        </pc:spChg>
        <pc:spChg chg="add">
          <ac:chgData name="Pranav Nailwal" userId="38e5ac2aeabf8443" providerId="LiveId" clId="{7FBF56C5-5ABB-43FD-9043-471839470851}" dt="2025-11-22T02:40:58.903" v="347"/>
          <ac:spMkLst>
            <pc:docMk/>
            <pc:sldMk cId="669163145" sldId="263"/>
            <ac:spMk id="19" creationId="{7B2D2DDF-69FD-E9D6-07D4-CDBD7A09540C}"/>
          </ac:spMkLst>
        </pc:spChg>
        <pc:spChg chg="add">
          <ac:chgData name="Pranav Nailwal" userId="38e5ac2aeabf8443" providerId="LiveId" clId="{7FBF56C5-5ABB-43FD-9043-471839470851}" dt="2025-11-22T02:43:00.132" v="357"/>
          <ac:spMkLst>
            <pc:docMk/>
            <pc:sldMk cId="669163145" sldId="263"/>
            <ac:spMk id="24" creationId="{1F505730-7CBC-7CD4-0594-61CD4B305B94}"/>
          </ac:spMkLst>
        </pc:spChg>
        <pc:spChg chg="add mod">
          <ac:chgData name="Pranav Nailwal" userId="38e5ac2aeabf8443" providerId="LiveId" clId="{7FBF56C5-5ABB-43FD-9043-471839470851}" dt="2025-11-22T02:43:04.328" v="371"/>
          <ac:spMkLst>
            <pc:docMk/>
            <pc:sldMk cId="669163145" sldId="263"/>
            <ac:spMk id="25" creationId="{BBC1A6F2-54A6-D08E-5A93-D246B31A5F30}"/>
          </ac:spMkLst>
        </pc:spChg>
        <pc:spChg chg="add mod">
          <ac:chgData name="Pranav Nailwal" userId="38e5ac2aeabf8443" providerId="LiveId" clId="{7FBF56C5-5ABB-43FD-9043-471839470851}" dt="2025-11-22T02:43:03.968" v="370"/>
          <ac:spMkLst>
            <pc:docMk/>
            <pc:sldMk cId="669163145" sldId="263"/>
            <ac:spMk id="26" creationId="{C4837003-464D-C358-9B80-062D0BFB2C22}"/>
          </ac:spMkLst>
        </pc:spChg>
        <pc:spChg chg="add mod">
          <ac:chgData name="Pranav Nailwal" userId="38e5ac2aeabf8443" providerId="LiveId" clId="{7FBF56C5-5ABB-43FD-9043-471839470851}" dt="2025-11-22T02:43:03.792" v="369"/>
          <ac:spMkLst>
            <pc:docMk/>
            <pc:sldMk cId="669163145" sldId="263"/>
            <ac:spMk id="27" creationId="{202AF419-0A22-20B6-BA2F-CBF90FD77E03}"/>
          </ac:spMkLst>
        </pc:spChg>
        <pc:spChg chg="add mod">
          <ac:chgData name="Pranav Nailwal" userId="38e5ac2aeabf8443" providerId="LiveId" clId="{7FBF56C5-5ABB-43FD-9043-471839470851}" dt="2025-11-22T02:43:03.624" v="368"/>
          <ac:spMkLst>
            <pc:docMk/>
            <pc:sldMk cId="669163145" sldId="263"/>
            <ac:spMk id="28" creationId="{EA34BF8D-1BA4-95F2-7C23-7FC426ED5590}"/>
          </ac:spMkLst>
        </pc:spChg>
        <pc:spChg chg="add mod">
          <ac:chgData name="Pranav Nailwal" userId="38e5ac2aeabf8443" providerId="LiveId" clId="{7FBF56C5-5ABB-43FD-9043-471839470851}" dt="2025-11-22T02:43:03.465" v="367"/>
          <ac:spMkLst>
            <pc:docMk/>
            <pc:sldMk cId="669163145" sldId="263"/>
            <ac:spMk id="29" creationId="{6FAF7390-7D46-B9A7-C908-7495D28447ED}"/>
          </ac:spMkLst>
        </pc:spChg>
        <pc:spChg chg="add mod">
          <ac:chgData name="Pranav Nailwal" userId="38e5ac2aeabf8443" providerId="LiveId" clId="{7FBF56C5-5ABB-43FD-9043-471839470851}" dt="2025-11-22T02:43:03.288" v="366"/>
          <ac:spMkLst>
            <pc:docMk/>
            <pc:sldMk cId="669163145" sldId="263"/>
            <ac:spMk id="30" creationId="{E0FC2726-7E7D-CFFD-8E9A-1A7A7296C032}"/>
          </ac:spMkLst>
        </pc:spChg>
        <pc:spChg chg="add mod">
          <ac:chgData name="Pranav Nailwal" userId="38e5ac2aeabf8443" providerId="LiveId" clId="{7FBF56C5-5ABB-43FD-9043-471839470851}" dt="2025-11-22T02:43:03.102" v="365"/>
          <ac:spMkLst>
            <pc:docMk/>
            <pc:sldMk cId="669163145" sldId="263"/>
            <ac:spMk id="31" creationId="{3E24680E-0004-C2F8-D7BF-BE8D4969FCD5}"/>
          </ac:spMkLst>
        </pc:spChg>
        <pc:picChg chg="add del">
          <ac:chgData name="Pranav Nailwal" userId="38e5ac2aeabf8443" providerId="LiveId" clId="{7FBF56C5-5ABB-43FD-9043-471839470851}" dt="2025-11-22T02:42:22.104" v="349" actId="22"/>
          <ac:picMkLst>
            <pc:docMk/>
            <pc:sldMk cId="669163145" sldId="263"/>
            <ac:picMk id="21" creationId="{BD3FF5FC-5606-4411-A43E-CE9FCE86543F}"/>
          </ac:picMkLst>
        </pc:picChg>
        <pc:picChg chg="add del mod">
          <ac:chgData name="Pranav Nailwal" userId="38e5ac2aeabf8443" providerId="LiveId" clId="{7FBF56C5-5ABB-43FD-9043-471839470851}" dt="2025-11-22T02:42:47.636" v="355" actId="22"/>
          <ac:picMkLst>
            <pc:docMk/>
            <pc:sldMk cId="669163145" sldId="263"/>
            <ac:picMk id="23" creationId="{97C5A92C-C261-62DB-E72B-BDE630A2567D}"/>
          </ac:picMkLst>
        </pc:picChg>
      </pc:sldChg>
      <pc:sldChg chg="addSp delSp modSp new mod">
        <pc:chgData name="Pranav Nailwal" userId="38e5ac2aeabf8443" providerId="LiveId" clId="{7FBF56C5-5ABB-43FD-9043-471839470851}" dt="2025-11-22T03:09:33.935" v="529" actId="1076"/>
        <pc:sldMkLst>
          <pc:docMk/>
          <pc:sldMk cId="1926726795" sldId="263"/>
        </pc:sldMkLst>
        <pc:spChg chg="mod">
          <ac:chgData name="Pranav Nailwal" userId="38e5ac2aeabf8443" providerId="LiveId" clId="{7FBF56C5-5ABB-43FD-9043-471839470851}" dt="2025-11-22T03:09:33.935" v="529" actId="1076"/>
          <ac:spMkLst>
            <pc:docMk/>
            <pc:sldMk cId="1926726795" sldId="263"/>
            <ac:spMk id="2" creationId="{9CDE1105-1B94-507A-A8FE-FF8535949A4D}"/>
          </ac:spMkLst>
        </pc:spChg>
        <pc:spChg chg="add del">
          <ac:chgData name="Pranav Nailwal" userId="38e5ac2aeabf8443" providerId="LiveId" clId="{7FBF56C5-5ABB-43FD-9043-471839470851}" dt="2025-11-22T02:51:08.204" v="422"/>
          <ac:spMkLst>
            <pc:docMk/>
            <pc:sldMk cId="1926726795" sldId="263"/>
            <ac:spMk id="3" creationId="{C7EC8AC6-4A26-4D11-31B4-F5D0439ED8F5}"/>
          </ac:spMkLst>
        </pc:spChg>
        <pc:spChg chg="add mod">
          <ac:chgData name="Pranav Nailwal" userId="38e5ac2aeabf8443" providerId="LiveId" clId="{7FBF56C5-5ABB-43FD-9043-471839470851}" dt="2025-11-22T02:50:34.203" v="421"/>
          <ac:spMkLst>
            <pc:docMk/>
            <pc:sldMk cId="1926726795" sldId="263"/>
            <ac:spMk id="4" creationId="{A0449CA1-426D-C430-44A0-580EB991BD27}"/>
          </ac:spMkLst>
        </pc:spChg>
        <pc:spChg chg="add del mod">
          <ac:chgData name="Pranav Nailwal" userId="38e5ac2aeabf8443" providerId="LiveId" clId="{7FBF56C5-5ABB-43FD-9043-471839470851}" dt="2025-11-22T02:52:58.997" v="432" actId="478"/>
          <ac:spMkLst>
            <pc:docMk/>
            <pc:sldMk cId="1926726795" sldId="263"/>
            <ac:spMk id="5" creationId="{D1BC1BB4-97D5-E460-EF07-34F7578B0B6E}"/>
          </ac:spMkLst>
        </pc:spChg>
        <pc:spChg chg="add mod">
          <ac:chgData name="Pranav Nailwal" userId="38e5ac2aeabf8443" providerId="LiveId" clId="{7FBF56C5-5ABB-43FD-9043-471839470851}" dt="2025-11-22T03:09:27.973" v="528" actId="1076"/>
          <ac:spMkLst>
            <pc:docMk/>
            <pc:sldMk cId="1926726795" sldId="263"/>
            <ac:spMk id="7" creationId="{EA3DBE4C-4E25-33A0-F60A-8899D7EE6767}"/>
          </ac:spMkLst>
        </pc:spChg>
      </pc:sldChg>
      <pc:sldChg chg="modSp new mod">
        <pc:chgData name="Pranav Nailwal" userId="38e5ac2aeabf8443" providerId="LiveId" clId="{7FBF56C5-5ABB-43FD-9043-471839470851}" dt="2025-11-22T03:05:38.307" v="506" actId="20577"/>
        <pc:sldMkLst>
          <pc:docMk/>
          <pc:sldMk cId="2842064536" sldId="264"/>
        </pc:sldMkLst>
        <pc:spChg chg="mod">
          <ac:chgData name="Pranav Nailwal" userId="38e5ac2aeabf8443" providerId="LiveId" clId="{7FBF56C5-5ABB-43FD-9043-471839470851}" dt="2025-11-22T03:05:38.307" v="506" actId="20577"/>
          <ac:spMkLst>
            <pc:docMk/>
            <pc:sldMk cId="2842064536" sldId="264"/>
            <ac:spMk id="2" creationId="{9B0E76A9-D560-3551-0117-3F9B7106DDBA}"/>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C52AA-A78C-BAD7-D265-F7CF687CBE1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5EFDC3D-3A78-5690-918E-FE1E589475B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E349786-71E6-D922-AC63-A0B08C9B39C6}"/>
              </a:ext>
            </a:extLst>
          </p:cNvPr>
          <p:cNvSpPr>
            <a:spLocks noGrp="1"/>
          </p:cNvSpPr>
          <p:nvPr>
            <p:ph type="dt" sz="half" idx="10"/>
          </p:nvPr>
        </p:nvSpPr>
        <p:spPr/>
        <p:txBody>
          <a:bodyPr/>
          <a:lstStyle/>
          <a:p>
            <a:fld id="{A27BEFF8-E1F4-4C97-8158-1A362B86153C}" type="datetimeFigureOut">
              <a:rPr lang="en-IN" smtClean="0"/>
              <a:t>22-11-2025</a:t>
            </a:fld>
            <a:endParaRPr lang="en-IN"/>
          </a:p>
        </p:txBody>
      </p:sp>
      <p:sp>
        <p:nvSpPr>
          <p:cNvPr id="5" name="Footer Placeholder 4">
            <a:extLst>
              <a:ext uri="{FF2B5EF4-FFF2-40B4-BE49-F238E27FC236}">
                <a16:creationId xmlns:a16="http://schemas.microsoft.com/office/drawing/2014/main" id="{3F9AD32C-498E-FD8B-E16C-595759D237F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4082D6D-E38B-F223-43E8-287C96D1A7A6}"/>
              </a:ext>
            </a:extLst>
          </p:cNvPr>
          <p:cNvSpPr>
            <a:spLocks noGrp="1"/>
          </p:cNvSpPr>
          <p:nvPr>
            <p:ph type="sldNum" sz="quarter" idx="12"/>
          </p:nvPr>
        </p:nvSpPr>
        <p:spPr/>
        <p:txBody>
          <a:bodyPr/>
          <a:lstStyle/>
          <a:p>
            <a:fld id="{3F0C541B-12D3-41BF-ADCE-82094E843E48}" type="slidenum">
              <a:rPr lang="en-IN" smtClean="0"/>
              <a:t>‹#›</a:t>
            </a:fld>
            <a:endParaRPr lang="en-IN"/>
          </a:p>
        </p:txBody>
      </p:sp>
    </p:spTree>
    <p:extLst>
      <p:ext uri="{BB962C8B-B14F-4D97-AF65-F5344CB8AC3E}">
        <p14:creationId xmlns:p14="http://schemas.microsoft.com/office/powerpoint/2010/main" val="42399914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0943C-592F-A009-C1D1-04DA9A3EDE3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A5E7607-77E2-4DB3-0D7B-ADB4AB92DF7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47CB507-2A5F-8913-17D2-311FDE3A5216}"/>
              </a:ext>
            </a:extLst>
          </p:cNvPr>
          <p:cNvSpPr>
            <a:spLocks noGrp="1"/>
          </p:cNvSpPr>
          <p:nvPr>
            <p:ph type="dt" sz="half" idx="10"/>
          </p:nvPr>
        </p:nvSpPr>
        <p:spPr/>
        <p:txBody>
          <a:bodyPr/>
          <a:lstStyle/>
          <a:p>
            <a:fld id="{A27BEFF8-E1F4-4C97-8158-1A362B86153C}" type="datetimeFigureOut">
              <a:rPr lang="en-IN" smtClean="0"/>
              <a:t>22-11-2025</a:t>
            </a:fld>
            <a:endParaRPr lang="en-IN"/>
          </a:p>
        </p:txBody>
      </p:sp>
      <p:sp>
        <p:nvSpPr>
          <p:cNvPr id="5" name="Footer Placeholder 4">
            <a:extLst>
              <a:ext uri="{FF2B5EF4-FFF2-40B4-BE49-F238E27FC236}">
                <a16:creationId xmlns:a16="http://schemas.microsoft.com/office/drawing/2014/main" id="{FCC2DADC-B95B-5144-CF15-D9A6F0A97C6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8141ED-A074-AC42-B502-0B1D7A98C92D}"/>
              </a:ext>
            </a:extLst>
          </p:cNvPr>
          <p:cNvSpPr>
            <a:spLocks noGrp="1"/>
          </p:cNvSpPr>
          <p:nvPr>
            <p:ph type="sldNum" sz="quarter" idx="12"/>
          </p:nvPr>
        </p:nvSpPr>
        <p:spPr/>
        <p:txBody>
          <a:bodyPr/>
          <a:lstStyle/>
          <a:p>
            <a:fld id="{3F0C541B-12D3-41BF-ADCE-82094E843E48}" type="slidenum">
              <a:rPr lang="en-IN" smtClean="0"/>
              <a:t>‹#›</a:t>
            </a:fld>
            <a:endParaRPr lang="en-IN"/>
          </a:p>
        </p:txBody>
      </p:sp>
    </p:spTree>
    <p:extLst>
      <p:ext uri="{BB962C8B-B14F-4D97-AF65-F5344CB8AC3E}">
        <p14:creationId xmlns:p14="http://schemas.microsoft.com/office/powerpoint/2010/main" val="28530153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39B86-B8DB-2266-247E-994FE613679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EF947B6-1D82-E752-A18D-FA55B59F468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F382CB-A7EF-7125-2290-3C9B78B7D4E3}"/>
              </a:ext>
            </a:extLst>
          </p:cNvPr>
          <p:cNvSpPr>
            <a:spLocks noGrp="1"/>
          </p:cNvSpPr>
          <p:nvPr>
            <p:ph type="dt" sz="half" idx="10"/>
          </p:nvPr>
        </p:nvSpPr>
        <p:spPr/>
        <p:txBody>
          <a:bodyPr/>
          <a:lstStyle/>
          <a:p>
            <a:fld id="{A27BEFF8-E1F4-4C97-8158-1A362B86153C}" type="datetimeFigureOut">
              <a:rPr lang="en-IN" smtClean="0"/>
              <a:t>22-11-2025</a:t>
            </a:fld>
            <a:endParaRPr lang="en-IN"/>
          </a:p>
        </p:txBody>
      </p:sp>
      <p:sp>
        <p:nvSpPr>
          <p:cNvPr id="5" name="Footer Placeholder 4">
            <a:extLst>
              <a:ext uri="{FF2B5EF4-FFF2-40B4-BE49-F238E27FC236}">
                <a16:creationId xmlns:a16="http://schemas.microsoft.com/office/drawing/2014/main" id="{489183C4-0D52-82F7-060C-CC56072451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1A1FFCE-BFF7-B8CD-C7BC-5AB48D6E5686}"/>
              </a:ext>
            </a:extLst>
          </p:cNvPr>
          <p:cNvSpPr>
            <a:spLocks noGrp="1"/>
          </p:cNvSpPr>
          <p:nvPr>
            <p:ph type="sldNum" sz="quarter" idx="12"/>
          </p:nvPr>
        </p:nvSpPr>
        <p:spPr/>
        <p:txBody>
          <a:bodyPr/>
          <a:lstStyle/>
          <a:p>
            <a:fld id="{3F0C541B-12D3-41BF-ADCE-82094E843E48}" type="slidenum">
              <a:rPr lang="en-IN" smtClean="0"/>
              <a:t>‹#›</a:t>
            </a:fld>
            <a:endParaRPr lang="en-IN"/>
          </a:p>
        </p:txBody>
      </p:sp>
    </p:spTree>
    <p:extLst>
      <p:ext uri="{BB962C8B-B14F-4D97-AF65-F5344CB8AC3E}">
        <p14:creationId xmlns:p14="http://schemas.microsoft.com/office/powerpoint/2010/main" val="40376852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326E6-19D7-51FB-60A8-EBB9A6DCE2A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4D2749-130E-FA23-A650-55C2306DD8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8CC95A1-2513-6644-7136-9CDA9CCBAB1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0E625B2-EDC0-F079-B1CB-CF36935192E8}"/>
              </a:ext>
            </a:extLst>
          </p:cNvPr>
          <p:cNvSpPr>
            <a:spLocks noGrp="1"/>
          </p:cNvSpPr>
          <p:nvPr>
            <p:ph type="dt" sz="half" idx="10"/>
          </p:nvPr>
        </p:nvSpPr>
        <p:spPr/>
        <p:txBody>
          <a:bodyPr/>
          <a:lstStyle/>
          <a:p>
            <a:fld id="{A27BEFF8-E1F4-4C97-8158-1A362B86153C}" type="datetimeFigureOut">
              <a:rPr lang="en-IN" smtClean="0"/>
              <a:t>22-11-2025</a:t>
            </a:fld>
            <a:endParaRPr lang="en-IN"/>
          </a:p>
        </p:txBody>
      </p:sp>
      <p:sp>
        <p:nvSpPr>
          <p:cNvPr id="6" name="Footer Placeholder 5">
            <a:extLst>
              <a:ext uri="{FF2B5EF4-FFF2-40B4-BE49-F238E27FC236}">
                <a16:creationId xmlns:a16="http://schemas.microsoft.com/office/drawing/2014/main" id="{348A73A5-8FF1-C7CD-0E5C-464C4E338EC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BDA78F9-CB39-1344-6678-15656BCAE2B8}"/>
              </a:ext>
            </a:extLst>
          </p:cNvPr>
          <p:cNvSpPr>
            <a:spLocks noGrp="1"/>
          </p:cNvSpPr>
          <p:nvPr>
            <p:ph type="sldNum" sz="quarter" idx="12"/>
          </p:nvPr>
        </p:nvSpPr>
        <p:spPr/>
        <p:txBody>
          <a:bodyPr/>
          <a:lstStyle/>
          <a:p>
            <a:fld id="{3F0C541B-12D3-41BF-ADCE-82094E843E48}" type="slidenum">
              <a:rPr lang="en-IN" smtClean="0"/>
              <a:t>‹#›</a:t>
            </a:fld>
            <a:endParaRPr lang="en-IN"/>
          </a:p>
        </p:txBody>
      </p:sp>
    </p:spTree>
    <p:extLst>
      <p:ext uri="{BB962C8B-B14F-4D97-AF65-F5344CB8AC3E}">
        <p14:creationId xmlns:p14="http://schemas.microsoft.com/office/powerpoint/2010/main" val="19745502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9A4B6-98ED-F206-542E-C14CF555C07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2B9534B-0202-48B1-4E2F-7A9E157DCD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8D63CDF-5502-08C8-233B-7926F664E6B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67BB564-3E84-9CB8-38DC-F6667FFB5F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C1E568A-016A-79E5-3A07-9A228F8C2BF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6CDBC93-4593-6EEA-C96D-BD1791669F08}"/>
              </a:ext>
            </a:extLst>
          </p:cNvPr>
          <p:cNvSpPr>
            <a:spLocks noGrp="1"/>
          </p:cNvSpPr>
          <p:nvPr>
            <p:ph type="dt" sz="half" idx="10"/>
          </p:nvPr>
        </p:nvSpPr>
        <p:spPr/>
        <p:txBody>
          <a:bodyPr/>
          <a:lstStyle/>
          <a:p>
            <a:fld id="{A27BEFF8-E1F4-4C97-8158-1A362B86153C}" type="datetimeFigureOut">
              <a:rPr lang="en-IN" smtClean="0"/>
              <a:t>22-11-2025</a:t>
            </a:fld>
            <a:endParaRPr lang="en-IN"/>
          </a:p>
        </p:txBody>
      </p:sp>
      <p:sp>
        <p:nvSpPr>
          <p:cNvPr id="8" name="Footer Placeholder 7">
            <a:extLst>
              <a:ext uri="{FF2B5EF4-FFF2-40B4-BE49-F238E27FC236}">
                <a16:creationId xmlns:a16="http://schemas.microsoft.com/office/drawing/2014/main" id="{5E0D3315-D69F-4491-1755-98E2873752D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912776E-4F05-B37E-EFB8-6C9BA67BABF7}"/>
              </a:ext>
            </a:extLst>
          </p:cNvPr>
          <p:cNvSpPr>
            <a:spLocks noGrp="1"/>
          </p:cNvSpPr>
          <p:nvPr>
            <p:ph type="sldNum" sz="quarter" idx="12"/>
          </p:nvPr>
        </p:nvSpPr>
        <p:spPr/>
        <p:txBody>
          <a:bodyPr/>
          <a:lstStyle/>
          <a:p>
            <a:fld id="{3F0C541B-12D3-41BF-ADCE-82094E843E48}" type="slidenum">
              <a:rPr lang="en-IN" smtClean="0"/>
              <a:t>‹#›</a:t>
            </a:fld>
            <a:endParaRPr lang="en-IN"/>
          </a:p>
        </p:txBody>
      </p:sp>
    </p:spTree>
    <p:extLst>
      <p:ext uri="{BB962C8B-B14F-4D97-AF65-F5344CB8AC3E}">
        <p14:creationId xmlns:p14="http://schemas.microsoft.com/office/powerpoint/2010/main" val="23749902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30E9C-519B-F495-947B-DF8876920A8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AF714BA-7BBB-A1EB-A495-8954B18F4914}"/>
              </a:ext>
            </a:extLst>
          </p:cNvPr>
          <p:cNvSpPr>
            <a:spLocks noGrp="1"/>
          </p:cNvSpPr>
          <p:nvPr>
            <p:ph type="dt" sz="half" idx="10"/>
          </p:nvPr>
        </p:nvSpPr>
        <p:spPr/>
        <p:txBody>
          <a:bodyPr/>
          <a:lstStyle/>
          <a:p>
            <a:fld id="{A27BEFF8-E1F4-4C97-8158-1A362B86153C}" type="datetimeFigureOut">
              <a:rPr lang="en-IN" smtClean="0"/>
              <a:t>22-11-2025</a:t>
            </a:fld>
            <a:endParaRPr lang="en-IN"/>
          </a:p>
        </p:txBody>
      </p:sp>
      <p:sp>
        <p:nvSpPr>
          <p:cNvPr id="4" name="Footer Placeholder 3">
            <a:extLst>
              <a:ext uri="{FF2B5EF4-FFF2-40B4-BE49-F238E27FC236}">
                <a16:creationId xmlns:a16="http://schemas.microsoft.com/office/drawing/2014/main" id="{C72B316C-0A15-EDB7-DD08-DA1E8841B97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13FD16E-C333-20D5-D009-18FAF54CC964}"/>
              </a:ext>
            </a:extLst>
          </p:cNvPr>
          <p:cNvSpPr>
            <a:spLocks noGrp="1"/>
          </p:cNvSpPr>
          <p:nvPr>
            <p:ph type="sldNum" sz="quarter" idx="12"/>
          </p:nvPr>
        </p:nvSpPr>
        <p:spPr/>
        <p:txBody>
          <a:bodyPr/>
          <a:lstStyle/>
          <a:p>
            <a:fld id="{3F0C541B-12D3-41BF-ADCE-82094E843E48}" type="slidenum">
              <a:rPr lang="en-IN" smtClean="0"/>
              <a:t>‹#›</a:t>
            </a:fld>
            <a:endParaRPr lang="en-IN"/>
          </a:p>
        </p:txBody>
      </p:sp>
    </p:spTree>
    <p:extLst>
      <p:ext uri="{BB962C8B-B14F-4D97-AF65-F5344CB8AC3E}">
        <p14:creationId xmlns:p14="http://schemas.microsoft.com/office/powerpoint/2010/main" val="10259214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45797C-B11A-80AA-6EDB-7ACA0B40AD9A}"/>
              </a:ext>
            </a:extLst>
          </p:cNvPr>
          <p:cNvSpPr>
            <a:spLocks noGrp="1"/>
          </p:cNvSpPr>
          <p:nvPr>
            <p:ph type="dt" sz="half" idx="10"/>
          </p:nvPr>
        </p:nvSpPr>
        <p:spPr/>
        <p:txBody>
          <a:bodyPr/>
          <a:lstStyle/>
          <a:p>
            <a:fld id="{A27BEFF8-E1F4-4C97-8158-1A362B86153C}" type="datetimeFigureOut">
              <a:rPr lang="en-IN" smtClean="0"/>
              <a:t>22-11-2025</a:t>
            </a:fld>
            <a:endParaRPr lang="en-IN"/>
          </a:p>
        </p:txBody>
      </p:sp>
      <p:sp>
        <p:nvSpPr>
          <p:cNvPr id="3" name="Footer Placeholder 2">
            <a:extLst>
              <a:ext uri="{FF2B5EF4-FFF2-40B4-BE49-F238E27FC236}">
                <a16:creationId xmlns:a16="http://schemas.microsoft.com/office/drawing/2014/main" id="{C080EE2C-DDF2-74F4-E019-150C85B132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497B1F8-132B-C6E0-2062-AE03CAC53BF3}"/>
              </a:ext>
            </a:extLst>
          </p:cNvPr>
          <p:cNvSpPr>
            <a:spLocks noGrp="1"/>
          </p:cNvSpPr>
          <p:nvPr>
            <p:ph type="sldNum" sz="quarter" idx="12"/>
          </p:nvPr>
        </p:nvSpPr>
        <p:spPr/>
        <p:txBody>
          <a:bodyPr/>
          <a:lstStyle/>
          <a:p>
            <a:fld id="{3F0C541B-12D3-41BF-ADCE-82094E843E48}" type="slidenum">
              <a:rPr lang="en-IN" smtClean="0"/>
              <a:t>‹#›</a:t>
            </a:fld>
            <a:endParaRPr lang="en-IN"/>
          </a:p>
        </p:txBody>
      </p:sp>
    </p:spTree>
    <p:extLst>
      <p:ext uri="{BB962C8B-B14F-4D97-AF65-F5344CB8AC3E}">
        <p14:creationId xmlns:p14="http://schemas.microsoft.com/office/powerpoint/2010/main" val="35981937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C35B6-ED92-CE6A-2D17-9CC959FDD9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3780EB7-1D0F-3ACA-1123-8E43533E37D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7C90CEE-6E2F-C60C-6561-F39E8D4C47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1B6A9B-863C-BE50-ED8C-A50DE12CBF0C}"/>
              </a:ext>
            </a:extLst>
          </p:cNvPr>
          <p:cNvSpPr>
            <a:spLocks noGrp="1"/>
          </p:cNvSpPr>
          <p:nvPr>
            <p:ph type="dt" sz="half" idx="10"/>
          </p:nvPr>
        </p:nvSpPr>
        <p:spPr/>
        <p:txBody>
          <a:bodyPr/>
          <a:lstStyle/>
          <a:p>
            <a:fld id="{A27BEFF8-E1F4-4C97-8158-1A362B86153C}" type="datetimeFigureOut">
              <a:rPr lang="en-IN" smtClean="0"/>
              <a:t>22-11-2025</a:t>
            </a:fld>
            <a:endParaRPr lang="en-IN"/>
          </a:p>
        </p:txBody>
      </p:sp>
      <p:sp>
        <p:nvSpPr>
          <p:cNvPr id="6" name="Footer Placeholder 5">
            <a:extLst>
              <a:ext uri="{FF2B5EF4-FFF2-40B4-BE49-F238E27FC236}">
                <a16:creationId xmlns:a16="http://schemas.microsoft.com/office/drawing/2014/main" id="{1BA0F93B-92FC-9479-EE9F-7041811B618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FF89C9E-B960-DA0E-F75E-EA7109F23BD8}"/>
              </a:ext>
            </a:extLst>
          </p:cNvPr>
          <p:cNvSpPr>
            <a:spLocks noGrp="1"/>
          </p:cNvSpPr>
          <p:nvPr>
            <p:ph type="sldNum" sz="quarter" idx="12"/>
          </p:nvPr>
        </p:nvSpPr>
        <p:spPr/>
        <p:txBody>
          <a:bodyPr/>
          <a:lstStyle/>
          <a:p>
            <a:fld id="{3F0C541B-12D3-41BF-ADCE-82094E843E48}" type="slidenum">
              <a:rPr lang="en-IN" smtClean="0"/>
              <a:t>‹#›</a:t>
            </a:fld>
            <a:endParaRPr lang="en-IN"/>
          </a:p>
        </p:txBody>
      </p:sp>
    </p:spTree>
    <p:extLst>
      <p:ext uri="{BB962C8B-B14F-4D97-AF65-F5344CB8AC3E}">
        <p14:creationId xmlns:p14="http://schemas.microsoft.com/office/powerpoint/2010/main" val="15191163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48A7A-1D55-51DB-1434-6E3D46E11E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DA19D91-E59D-B693-C170-259F6311F4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AD14172-D90D-98E7-B5F5-E9FF5C4827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125276-2ADE-FA60-B88C-E9390ED35A38}"/>
              </a:ext>
            </a:extLst>
          </p:cNvPr>
          <p:cNvSpPr>
            <a:spLocks noGrp="1"/>
          </p:cNvSpPr>
          <p:nvPr>
            <p:ph type="dt" sz="half" idx="10"/>
          </p:nvPr>
        </p:nvSpPr>
        <p:spPr/>
        <p:txBody>
          <a:bodyPr/>
          <a:lstStyle/>
          <a:p>
            <a:fld id="{A27BEFF8-E1F4-4C97-8158-1A362B86153C}" type="datetimeFigureOut">
              <a:rPr lang="en-IN" smtClean="0"/>
              <a:t>22-11-2025</a:t>
            </a:fld>
            <a:endParaRPr lang="en-IN"/>
          </a:p>
        </p:txBody>
      </p:sp>
      <p:sp>
        <p:nvSpPr>
          <p:cNvPr id="6" name="Footer Placeholder 5">
            <a:extLst>
              <a:ext uri="{FF2B5EF4-FFF2-40B4-BE49-F238E27FC236}">
                <a16:creationId xmlns:a16="http://schemas.microsoft.com/office/drawing/2014/main" id="{C569E4C3-8F41-B4D3-2BB1-03B28179CE8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06D558E-7FD6-C6B7-85FA-FA429E823C00}"/>
              </a:ext>
            </a:extLst>
          </p:cNvPr>
          <p:cNvSpPr>
            <a:spLocks noGrp="1"/>
          </p:cNvSpPr>
          <p:nvPr>
            <p:ph type="sldNum" sz="quarter" idx="12"/>
          </p:nvPr>
        </p:nvSpPr>
        <p:spPr/>
        <p:txBody>
          <a:bodyPr/>
          <a:lstStyle/>
          <a:p>
            <a:fld id="{3F0C541B-12D3-41BF-ADCE-82094E843E48}" type="slidenum">
              <a:rPr lang="en-IN" smtClean="0"/>
              <a:t>‹#›</a:t>
            </a:fld>
            <a:endParaRPr lang="en-IN"/>
          </a:p>
        </p:txBody>
      </p:sp>
    </p:spTree>
    <p:extLst>
      <p:ext uri="{BB962C8B-B14F-4D97-AF65-F5344CB8AC3E}">
        <p14:creationId xmlns:p14="http://schemas.microsoft.com/office/powerpoint/2010/main" val="4545316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1D458-E0FB-A7AB-C376-8F250961610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6E18D58-D7CE-C31D-F58C-C8E3CC2FE0C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5757267-B2A4-90FC-C89B-C9405B811AE3}"/>
              </a:ext>
            </a:extLst>
          </p:cNvPr>
          <p:cNvSpPr>
            <a:spLocks noGrp="1"/>
          </p:cNvSpPr>
          <p:nvPr>
            <p:ph type="dt" sz="half" idx="10"/>
          </p:nvPr>
        </p:nvSpPr>
        <p:spPr/>
        <p:txBody>
          <a:bodyPr/>
          <a:lstStyle/>
          <a:p>
            <a:fld id="{A27BEFF8-E1F4-4C97-8158-1A362B86153C}" type="datetimeFigureOut">
              <a:rPr lang="en-IN" smtClean="0"/>
              <a:t>22-11-2025</a:t>
            </a:fld>
            <a:endParaRPr lang="en-IN"/>
          </a:p>
        </p:txBody>
      </p:sp>
      <p:sp>
        <p:nvSpPr>
          <p:cNvPr id="5" name="Footer Placeholder 4">
            <a:extLst>
              <a:ext uri="{FF2B5EF4-FFF2-40B4-BE49-F238E27FC236}">
                <a16:creationId xmlns:a16="http://schemas.microsoft.com/office/drawing/2014/main" id="{832B6354-E984-11B1-3D08-2B0244FE23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13096E-EB59-C68D-0289-8600E96A3BBA}"/>
              </a:ext>
            </a:extLst>
          </p:cNvPr>
          <p:cNvSpPr>
            <a:spLocks noGrp="1"/>
          </p:cNvSpPr>
          <p:nvPr>
            <p:ph type="sldNum" sz="quarter" idx="12"/>
          </p:nvPr>
        </p:nvSpPr>
        <p:spPr/>
        <p:txBody>
          <a:bodyPr/>
          <a:lstStyle/>
          <a:p>
            <a:fld id="{3F0C541B-12D3-41BF-ADCE-82094E843E48}" type="slidenum">
              <a:rPr lang="en-IN" smtClean="0"/>
              <a:t>‹#›</a:t>
            </a:fld>
            <a:endParaRPr lang="en-IN"/>
          </a:p>
        </p:txBody>
      </p:sp>
    </p:spTree>
    <p:extLst>
      <p:ext uri="{BB962C8B-B14F-4D97-AF65-F5344CB8AC3E}">
        <p14:creationId xmlns:p14="http://schemas.microsoft.com/office/powerpoint/2010/main" val="26069698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7608F37-9C5E-C893-BD97-B3B00817B17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7630334-0324-F132-FC81-DC186BB15AF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A976751-7275-886E-1672-80E3ED92CD9C}"/>
              </a:ext>
            </a:extLst>
          </p:cNvPr>
          <p:cNvSpPr>
            <a:spLocks noGrp="1"/>
          </p:cNvSpPr>
          <p:nvPr>
            <p:ph type="dt" sz="half" idx="10"/>
          </p:nvPr>
        </p:nvSpPr>
        <p:spPr/>
        <p:txBody>
          <a:bodyPr/>
          <a:lstStyle/>
          <a:p>
            <a:fld id="{A27BEFF8-E1F4-4C97-8158-1A362B86153C}" type="datetimeFigureOut">
              <a:rPr lang="en-IN" smtClean="0"/>
              <a:t>22-11-2025</a:t>
            </a:fld>
            <a:endParaRPr lang="en-IN"/>
          </a:p>
        </p:txBody>
      </p:sp>
      <p:sp>
        <p:nvSpPr>
          <p:cNvPr id="5" name="Footer Placeholder 4">
            <a:extLst>
              <a:ext uri="{FF2B5EF4-FFF2-40B4-BE49-F238E27FC236}">
                <a16:creationId xmlns:a16="http://schemas.microsoft.com/office/drawing/2014/main" id="{DF8D88F7-FA5C-D58F-1B90-82C1EC9F63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07E1938-7E09-0795-A798-F0818601B0DC}"/>
              </a:ext>
            </a:extLst>
          </p:cNvPr>
          <p:cNvSpPr>
            <a:spLocks noGrp="1"/>
          </p:cNvSpPr>
          <p:nvPr>
            <p:ph type="sldNum" sz="quarter" idx="12"/>
          </p:nvPr>
        </p:nvSpPr>
        <p:spPr/>
        <p:txBody>
          <a:bodyPr/>
          <a:lstStyle/>
          <a:p>
            <a:fld id="{3F0C541B-12D3-41BF-ADCE-82094E843E48}" type="slidenum">
              <a:rPr lang="en-IN" smtClean="0"/>
              <a:t>‹#›</a:t>
            </a:fld>
            <a:endParaRPr lang="en-IN"/>
          </a:p>
        </p:txBody>
      </p:sp>
    </p:spTree>
    <p:extLst>
      <p:ext uri="{BB962C8B-B14F-4D97-AF65-F5344CB8AC3E}">
        <p14:creationId xmlns:p14="http://schemas.microsoft.com/office/powerpoint/2010/main" val="9340129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EC875EE-56B2-FFC1-4233-C5DCC6F30D5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15C697A-D0BE-C12E-FCBE-E93AB363B67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BCE547B-7199-183F-E6A8-13C2104A6FF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7BEFF8-E1F4-4C97-8158-1A362B86153C}" type="datetimeFigureOut">
              <a:rPr lang="en-IN" smtClean="0"/>
              <a:t>22-11-2025</a:t>
            </a:fld>
            <a:endParaRPr lang="en-IN"/>
          </a:p>
        </p:txBody>
      </p:sp>
      <p:sp>
        <p:nvSpPr>
          <p:cNvPr id="5" name="Footer Placeholder 4">
            <a:extLst>
              <a:ext uri="{FF2B5EF4-FFF2-40B4-BE49-F238E27FC236}">
                <a16:creationId xmlns:a16="http://schemas.microsoft.com/office/drawing/2014/main" id="{9AB3521D-24EB-3644-8039-8715562EFD9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20E049F-31C7-7B57-EB18-0191C48210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0C541B-12D3-41BF-ADCE-82094E843E48}" type="slidenum">
              <a:rPr lang="en-IN" smtClean="0"/>
              <a:t>‹#›</a:t>
            </a:fld>
            <a:endParaRPr lang="en-IN"/>
          </a:p>
        </p:txBody>
      </p:sp>
    </p:spTree>
    <p:extLst>
      <p:ext uri="{BB962C8B-B14F-4D97-AF65-F5344CB8AC3E}">
        <p14:creationId xmlns:p14="http://schemas.microsoft.com/office/powerpoint/2010/main" val="13558058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3EC06-7592-BAE4-3928-EA77C23418AF}"/>
              </a:ext>
            </a:extLst>
          </p:cNvPr>
          <p:cNvSpPr>
            <a:spLocks noGrp="1"/>
          </p:cNvSpPr>
          <p:nvPr>
            <p:ph type="ctrTitle"/>
          </p:nvPr>
        </p:nvSpPr>
        <p:spPr>
          <a:xfrm>
            <a:off x="1275806" y="3026227"/>
            <a:ext cx="9144000" cy="1262744"/>
          </a:xfrm>
        </p:spPr>
        <p:txBody>
          <a:bodyPr>
            <a:noAutofit/>
          </a:bodyPr>
          <a:lstStyle/>
          <a:p>
            <a:r>
              <a:rPr lang="en-IN" sz="3600" dirty="0"/>
              <a:t>Computer Science Fundamental</a:t>
            </a:r>
            <a:br>
              <a:rPr lang="en-IN" sz="3600" dirty="0"/>
            </a:br>
            <a:r>
              <a:rPr lang="en-IN" sz="3600" dirty="0"/>
              <a:t>Assignment - 3</a:t>
            </a:r>
            <a:br>
              <a:rPr lang="en-IN" sz="3600" dirty="0"/>
            </a:br>
            <a:br>
              <a:rPr lang="en-IN" sz="3600" dirty="0"/>
            </a:br>
            <a:endParaRPr lang="en-IN" sz="3600" dirty="0"/>
          </a:p>
        </p:txBody>
      </p:sp>
      <p:sp>
        <p:nvSpPr>
          <p:cNvPr id="3" name="Subtitle 2">
            <a:extLst>
              <a:ext uri="{FF2B5EF4-FFF2-40B4-BE49-F238E27FC236}">
                <a16:creationId xmlns:a16="http://schemas.microsoft.com/office/drawing/2014/main" id="{C53EEC40-B05F-8551-88FC-D8D59C18B95F}"/>
              </a:ext>
            </a:extLst>
          </p:cNvPr>
          <p:cNvSpPr>
            <a:spLocks noGrp="1"/>
          </p:cNvSpPr>
          <p:nvPr>
            <p:ph type="subTitle" idx="1"/>
          </p:nvPr>
        </p:nvSpPr>
        <p:spPr>
          <a:xfrm>
            <a:off x="1375954" y="4463144"/>
            <a:ext cx="9144000" cy="1839686"/>
          </a:xfrm>
        </p:spPr>
        <p:txBody>
          <a:bodyPr>
            <a:normAutofit fontScale="77500" lnSpcReduction="20000"/>
          </a:bodyPr>
          <a:lstStyle/>
          <a:p>
            <a:r>
              <a:rPr lang="en-US" dirty="0"/>
              <a:t>By: Pranav Nailwal</a:t>
            </a:r>
          </a:p>
          <a:p>
            <a:r>
              <a:rPr lang="en-US" dirty="0"/>
              <a:t>Roll No: 2501730094</a:t>
            </a:r>
          </a:p>
          <a:p>
            <a:r>
              <a:rPr lang="en-US" dirty="0"/>
              <a:t>Course: </a:t>
            </a:r>
            <a:r>
              <a:rPr lang="en-US" dirty="0" err="1"/>
              <a:t>B.Tech</a:t>
            </a:r>
            <a:r>
              <a:rPr lang="en-US" dirty="0"/>
              <a:t> CSE (AIML)</a:t>
            </a:r>
          </a:p>
          <a:p>
            <a:r>
              <a:rPr lang="en-US" dirty="0"/>
              <a:t>Section: B</a:t>
            </a:r>
          </a:p>
          <a:p>
            <a:br>
              <a:rPr lang="en-US" dirty="0"/>
            </a:br>
            <a:endParaRPr lang="en-IN" dirty="0"/>
          </a:p>
        </p:txBody>
      </p:sp>
    </p:spTree>
    <p:extLst>
      <p:ext uri="{BB962C8B-B14F-4D97-AF65-F5344CB8AC3E}">
        <p14:creationId xmlns:p14="http://schemas.microsoft.com/office/powerpoint/2010/main" val="624174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54465-0225-457D-C15A-B230C3E8446A}"/>
              </a:ext>
            </a:extLst>
          </p:cNvPr>
          <p:cNvSpPr>
            <a:spLocks noGrp="1"/>
          </p:cNvSpPr>
          <p:nvPr>
            <p:ph type="title"/>
          </p:nvPr>
        </p:nvSpPr>
        <p:spPr/>
        <p:txBody>
          <a:bodyPr/>
          <a:lstStyle/>
          <a:p>
            <a:r>
              <a:rPr lang="en-IN" dirty="0"/>
              <a:t>Artificial Intelligence (AI)</a:t>
            </a:r>
          </a:p>
        </p:txBody>
      </p:sp>
      <p:sp>
        <p:nvSpPr>
          <p:cNvPr id="3" name="Content Placeholder 2">
            <a:extLst>
              <a:ext uri="{FF2B5EF4-FFF2-40B4-BE49-F238E27FC236}">
                <a16:creationId xmlns:a16="http://schemas.microsoft.com/office/drawing/2014/main" id="{8F482E3A-A1F9-D709-5FD5-1CD734D5065E}"/>
              </a:ext>
            </a:extLst>
          </p:cNvPr>
          <p:cNvSpPr>
            <a:spLocks noGrp="1"/>
          </p:cNvSpPr>
          <p:nvPr>
            <p:ph idx="1"/>
          </p:nvPr>
        </p:nvSpPr>
        <p:spPr/>
        <p:txBody>
          <a:bodyPr>
            <a:normAutofit/>
          </a:bodyPr>
          <a:lstStyle/>
          <a:p>
            <a:r>
              <a:rPr lang="en-US" dirty="0"/>
              <a:t>Artificial Intelligence (AI) basically means making machines capable of doing tasks that normally need human thinking. These tasks include learning from data, understanding language, recognizing images, or making decisions.</a:t>
            </a:r>
          </a:p>
          <a:p>
            <a:r>
              <a:rPr lang="en-US" dirty="0"/>
              <a:t>AI has developed a lot over the years. In the beginning, systems only followed fixed rules. Later, machine learning and deep learning came, which helped computers learn on their own from data. Today, AI is used in almost every field and is becoming a major part of our daily lives because it helps in doing work faster and more accurately.</a:t>
            </a:r>
          </a:p>
          <a:p>
            <a:endParaRPr lang="en-IN" dirty="0"/>
          </a:p>
        </p:txBody>
      </p:sp>
    </p:spTree>
    <p:extLst>
      <p:ext uri="{BB962C8B-B14F-4D97-AF65-F5344CB8AC3E}">
        <p14:creationId xmlns:p14="http://schemas.microsoft.com/office/powerpoint/2010/main" val="13167078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F453E-8624-802D-3BB5-62D306A8DB71}"/>
              </a:ext>
            </a:extLst>
          </p:cNvPr>
          <p:cNvSpPr>
            <a:spLocks noGrp="1"/>
          </p:cNvSpPr>
          <p:nvPr>
            <p:ph type="title"/>
          </p:nvPr>
        </p:nvSpPr>
        <p:spPr/>
        <p:txBody>
          <a:bodyPr/>
          <a:lstStyle/>
          <a:p>
            <a:r>
              <a:rPr lang="en-IN" dirty="0"/>
              <a:t>Core Technologies in AI</a:t>
            </a:r>
          </a:p>
        </p:txBody>
      </p:sp>
      <p:sp>
        <p:nvSpPr>
          <p:cNvPr id="3" name="Content Placeholder 2">
            <a:extLst>
              <a:ext uri="{FF2B5EF4-FFF2-40B4-BE49-F238E27FC236}">
                <a16:creationId xmlns:a16="http://schemas.microsoft.com/office/drawing/2014/main" id="{E8387A0C-C7D0-4B27-84E1-F0E270A841F5}"/>
              </a:ext>
            </a:extLst>
          </p:cNvPr>
          <p:cNvSpPr>
            <a:spLocks noGrp="1"/>
          </p:cNvSpPr>
          <p:nvPr>
            <p:ph idx="1"/>
          </p:nvPr>
        </p:nvSpPr>
        <p:spPr>
          <a:xfrm>
            <a:off x="838200" y="1690688"/>
            <a:ext cx="10515600" cy="4771118"/>
          </a:xfrm>
        </p:spPr>
        <p:txBody>
          <a:bodyPr>
            <a:noAutofit/>
          </a:bodyPr>
          <a:lstStyle/>
          <a:p>
            <a:r>
              <a:rPr lang="en-US" sz="2400" b="1" dirty="0"/>
              <a:t>1. Machine Learning (ML):</a:t>
            </a:r>
            <a:br>
              <a:rPr lang="en-US" sz="2400" dirty="0"/>
            </a:br>
            <a:r>
              <a:rPr lang="en-US" sz="2400" dirty="0"/>
              <a:t>Algorithms that learn patterns from data to make predictions.</a:t>
            </a:r>
          </a:p>
          <a:p>
            <a:r>
              <a:rPr lang="en-US" sz="2400" b="1" dirty="0"/>
              <a:t>2. Deep Learning:</a:t>
            </a:r>
            <a:br>
              <a:rPr lang="en-US" sz="2400" dirty="0"/>
            </a:br>
            <a:r>
              <a:rPr lang="en-US" sz="2400" dirty="0"/>
              <a:t>Advanced ML using neural networks inspired by the human brain.</a:t>
            </a:r>
          </a:p>
          <a:p>
            <a:r>
              <a:rPr lang="en-US" sz="2400" b="1" dirty="0"/>
              <a:t>3. Neural Networks:</a:t>
            </a:r>
            <a:br>
              <a:rPr lang="en-US" sz="2400" dirty="0"/>
            </a:br>
            <a:r>
              <a:rPr lang="en-US" sz="2400" dirty="0"/>
              <a:t>Layers of interconnected nodes that learn complex patterns.</a:t>
            </a:r>
          </a:p>
          <a:p>
            <a:r>
              <a:rPr lang="en-US" sz="2400" b="1" dirty="0"/>
              <a:t>4. Natural Language Processing (NLP):</a:t>
            </a:r>
            <a:br>
              <a:rPr lang="en-US" sz="2400" dirty="0"/>
            </a:br>
            <a:r>
              <a:rPr lang="en-US" sz="2400" dirty="0"/>
              <a:t>Allows machines to understand and generate human language.</a:t>
            </a:r>
          </a:p>
          <a:p>
            <a:r>
              <a:rPr lang="en-US" sz="2400" b="1" dirty="0"/>
              <a:t>5. Computer Vision:</a:t>
            </a:r>
            <a:br>
              <a:rPr lang="en-US" sz="2400" dirty="0"/>
            </a:br>
            <a:r>
              <a:rPr lang="en-US" sz="2400" dirty="0"/>
              <a:t>Enables machines to “see” and interpret images and videos.</a:t>
            </a:r>
          </a:p>
          <a:p>
            <a:r>
              <a:rPr lang="en-US" sz="2400" b="1" dirty="0"/>
              <a:t>6. Reinforcement Learning:</a:t>
            </a:r>
            <a:br>
              <a:rPr lang="en-US" sz="2400" dirty="0"/>
            </a:br>
            <a:r>
              <a:rPr lang="en-US" sz="2400" dirty="0"/>
              <a:t>Models learn through reward-based actions (used in robotics and gaming).</a:t>
            </a:r>
          </a:p>
          <a:p>
            <a:endParaRPr lang="en-IN" sz="2400" dirty="0"/>
          </a:p>
        </p:txBody>
      </p:sp>
    </p:spTree>
    <p:extLst>
      <p:ext uri="{BB962C8B-B14F-4D97-AF65-F5344CB8AC3E}">
        <p14:creationId xmlns:p14="http://schemas.microsoft.com/office/powerpoint/2010/main" val="76886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1E968-F36C-4CF9-FA98-26CA458BFEC7}"/>
              </a:ext>
            </a:extLst>
          </p:cNvPr>
          <p:cNvSpPr>
            <a:spLocks noGrp="1"/>
          </p:cNvSpPr>
          <p:nvPr>
            <p:ph type="title"/>
          </p:nvPr>
        </p:nvSpPr>
        <p:spPr/>
        <p:txBody>
          <a:bodyPr/>
          <a:lstStyle/>
          <a:p>
            <a:r>
              <a:rPr lang="en-US" dirty="0"/>
              <a:t>Indian Use Case of AI</a:t>
            </a:r>
            <a:endParaRPr lang="en-IN" dirty="0"/>
          </a:p>
        </p:txBody>
      </p:sp>
      <p:sp>
        <p:nvSpPr>
          <p:cNvPr id="3" name="Content Placeholder 2">
            <a:extLst>
              <a:ext uri="{FF2B5EF4-FFF2-40B4-BE49-F238E27FC236}">
                <a16:creationId xmlns:a16="http://schemas.microsoft.com/office/drawing/2014/main" id="{8EAA27B5-2CDD-75BE-F4B0-71B87D2AA3C3}"/>
              </a:ext>
            </a:extLst>
          </p:cNvPr>
          <p:cNvSpPr>
            <a:spLocks noGrp="1"/>
          </p:cNvSpPr>
          <p:nvPr>
            <p:ph idx="1"/>
          </p:nvPr>
        </p:nvSpPr>
        <p:spPr/>
        <p:txBody>
          <a:bodyPr>
            <a:normAutofit lnSpcReduction="10000"/>
          </a:bodyPr>
          <a:lstStyle/>
          <a:p>
            <a:r>
              <a:rPr lang="en-US" dirty="0"/>
              <a:t>Qure.ai is an Indian company that uses AI to read medical scans like X-rays and CT scans.</a:t>
            </a:r>
          </a:p>
          <a:p>
            <a:r>
              <a:rPr lang="en-US" b="1" dirty="0"/>
              <a:t>Problem it solves:</a:t>
            </a:r>
            <a:br>
              <a:rPr lang="en-US" dirty="0"/>
            </a:br>
            <a:r>
              <a:rPr lang="en-US" dirty="0"/>
              <a:t>India does not have enough radiologists, especially in rural areas, which causes delays in diagnosis.</a:t>
            </a:r>
          </a:p>
          <a:p>
            <a:r>
              <a:rPr lang="en-US" b="1" dirty="0"/>
              <a:t>How AI helps:</a:t>
            </a:r>
            <a:br>
              <a:rPr lang="en-US" dirty="0"/>
            </a:br>
            <a:r>
              <a:rPr lang="en-US" dirty="0"/>
              <a:t>Qure.ai uses deep learning models to quickly detect problems such as tuberculosis or lung infections.</a:t>
            </a:r>
          </a:p>
          <a:p>
            <a:r>
              <a:rPr lang="en-US" b="1" dirty="0"/>
              <a:t>Impact:</a:t>
            </a:r>
            <a:br>
              <a:rPr lang="en-US" dirty="0"/>
            </a:br>
            <a:r>
              <a:rPr lang="en-US" dirty="0"/>
              <a:t>It helps doctors make faster decisions, reduces errors, and supports healthcare in places where expert doctors are not available.</a:t>
            </a:r>
          </a:p>
          <a:p>
            <a:pPr marL="0" indent="0">
              <a:buNone/>
            </a:pPr>
            <a:endParaRPr lang="en-IN" dirty="0"/>
          </a:p>
        </p:txBody>
      </p:sp>
    </p:spTree>
    <p:extLst>
      <p:ext uri="{BB962C8B-B14F-4D97-AF65-F5344CB8AC3E}">
        <p14:creationId xmlns:p14="http://schemas.microsoft.com/office/powerpoint/2010/main" val="32544490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7A9C6-B415-0F7C-CEAD-A7D725532BF7}"/>
              </a:ext>
            </a:extLst>
          </p:cNvPr>
          <p:cNvSpPr>
            <a:spLocks noGrp="1"/>
          </p:cNvSpPr>
          <p:nvPr>
            <p:ph type="title"/>
          </p:nvPr>
        </p:nvSpPr>
        <p:spPr/>
        <p:txBody>
          <a:bodyPr/>
          <a:lstStyle/>
          <a:p>
            <a:r>
              <a:rPr lang="en-US" dirty="0"/>
              <a:t>Global Use Case of AI</a:t>
            </a:r>
            <a:endParaRPr lang="en-IN" dirty="0"/>
          </a:p>
        </p:txBody>
      </p:sp>
      <p:sp>
        <p:nvSpPr>
          <p:cNvPr id="3" name="Content Placeholder 2">
            <a:extLst>
              <a:ext uri="{FF2B5EF4-FFF2-40B4-BE49-F238E27FC236}">
                <a16:creationId xmlns:a16="http://schemas.microsoft.com/office/drawing/2014/main" id="{228189A4-2BCD-644F-4001-B790CA5B094C}"/>
              </a:ext>
            </a:extLst>
          </p:cNvPr>
          <p:cNvSpPr>
            <a:spLocks noGrp="1"/>
          </p:cNvSpPr>
          <p:nvPr>
            <p:ph idx="1"/>
          </p:nvPr>
        </p:nvSpPr>
        <p:spPr>
          <a:xfrm>
            <a:off x="838200" y="1690687"/>
            <a:ext cx="10515600" cy="5036683"/>
          </a:xfrm>
        </p:spPr>
        <p:txBody>
          <a:bodyPr>
            <a:normAutofit/>
          </a:bodyPr>
          <a:lstStyle/>
          <a:p>
            <a:r>
              <a:rPr lang="en-IN" dirty="0"/>
              <a:t>Digital assistants:</a:t>
            </a:r>
            <a:r>
              <a:rPr lang="en-US" dirty="0"/>
              <a:t> the application used by most people would be the digital assistants on our various pieces of technology. If you have a smartphone or laptop, you probably have and use digital assistant software to some degree.</a:t>
            </a:r>
          </a:p>
          <a:p>
            <a:r>
              <a:rPr lang="en-IN" dirty="0"/>
              <a:t>Search engines : </a:t>
            </a:r>
            <a:r>
              <a:rPr lang="en-US" dirty="0"/>
              <a:t>Search engine algorithms utilize AI to refine and show better results without the intervention of programmers.</a:t>
            </a:r>
          </a:p>
          <a:p>
            <a:r>
              <a:rPr lang="en-IN" dirty="0"/>
              <a:t>Social media : </a:t>
            </a:r>
            <a:r>
              <a:rPr lang="en-US" dirty="0"/>
              <a:t>All major social media platforms run off AI-powered algorithms which are designed to serve specific purposes.</a:t>
            </a:r>
          </a:p>
          <a:p>
            <a:r>
              <a:rPr lang="en-IN" dirty="0"/>
              <a:t>Transportation and Navigation: </a:t>
            </a:r>
            <a:r>
              <a:rPr lang="en-US" dirty="0"/>
              <a:t>Most major map software uses some kind of AI to interpret real-time traffic data and provide routes and ETAs.</a:t>
            </a:r>
            <a:endParaRPr lang="en-IN" dirty="0"/>
          </a:p>
          <a:p>
            <a:endParaRPr lang="en-IN" dirty="0"/>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34771860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6014B-8FC6-53A7-523E-3B039B21B6A2}"/>
              </a:ext>
            </a:extLst>
          </p:cNvPr>
          <p:cNvSpPr>
            <a:spLocks noGrp="1"/>
          </p:cNvSpPr>
          <p:nvPr>
            <p:ph type="title"/>
          </p:nvPr>
        </p:nvSpPr>
        <p:spPr/>
        <p:txBody>
          <a:bodyPr/>
          <a:lstStyle/>
          <a:p>
            <a:r>
              <a:rPr lang="en-IN" dirty="0"/>
              <a:t>Career Opportunities in AI</a:t>
            </a:r>
          </a:p>
        </p:txBody>
      </p:sp>
      <p:sp>
        <p:nvSpPr>
          <p:cNvPr id="3" name="Content Placeholder 2">
            <a:extLst>
              <a:ext uri="{FF2B5EF4-FFF2-40B4-BE49-F238E27FC236}">
                <a16:creationId xmlns:a16="http://schemas.microsoft.com/office/drawing/2014/main" id="{2B8AD304-2505-EB54-3647-28963F255FEE}"/>
              </a:ext>
            </a:extLst>
          </p:cNvPr>
          <p:cNvSpPr>
            <a:spLocks noGrp="1"/>
          </p:cNvSpPr>
          <p:nvPr>
            <p:ph idx="1"/>
          </p:nvPr>
        </p:nvSpPr>
        <p:spPr/>
        <p:txBody>
          <a:bodyPr>
            <a:normAutofit fontScale="92500" lnSpcReduction="20000"/>
          </a:bodyPr>
          <a:lstStyle/>
          <a:p>
            <a:r>
              <a:rPr lang="en-US" dirty="0"/>
              <a:t>Some common career roles in the AI field include:</a:t>
            </a:r>
          </a:p>
          <a:p>
            <a:r>
              <a:rPr lang="en-US" dirty="0"/>
              <a:t>AI Engineer</a:t>
            </a:r>
          </a:p>
          <a:p>
            <a:r>
              <a:rPr lang="en-US" dirty="0"/>
              <a:t>Machine Learning Engineer</a:t>
            </a:r>
          </a:p>
          <a:p>
            <a:r>
              <a:rPr lang="en-US" dirty="0"/>
              <a:t>Data Scientist</a:t>
            </a:r>
          </a:p>
          <a:p>
            <a:r>
              <a:rPr lang="en-US" dirty="0"/>
              <a:t>NLP Engineer</a:t>
            </a:r>
          </a:p>
          <a:p>
            <a:r>
              <a:rPr lang="en-US" dirty="0"/>
              <a:t>Computer Vision Engineer</a:t>
            </a:r>
          </a:p>
          <a:p>
            <a:r>
              <a:rPr lang="en-US" dirty="0"/>
              <a:t>Robotics Engineer</a:t>
            </a:r>
          </a:p>
          <a:p>
            <a:r>
              <a:rPr lang="en-US" dirty="0"/>
              <a:t>AI professionals are needed in many industries like healthcare, banking, education, e-commerce, transport, and manufacturing. As companies are becoming more data-driven, job opportunities in AI are increasing every year.</a:t>
            </a:r>
          </a:p>
          <a:p>
            <a:endParaRPr lang="en-IN" dirty="0"/>
          </a:p>
        </p:txBody>
      </p:sp>
    </p:spTree>
    <p:extLst>
      <p:ext uri="{BB962C8B-B14F-4D97-AF65-F5344CB8AC3E}">
        <p14:creationId xmlns:p14="http://schemas.microsoft.com/office/powerpoint/2010/main" val="35918354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AEF8D-6A63-77E7-4D39-47C4BBA9078F}"/>
              </a:ext>
            </a:extLst>
          </p:cNvPr>
          <p:cNvSpPr>
            <a:spLocks noGrp="1"/>
          </p:cNvSpPr>
          <p:nvPr>
            <p:ph type="title"/>
          </p:nvPr>
        </p:nvSpPr>
        <p:spPr/>
        <p:txBody>
          <a:bodyPr/>
          <a:lstStyle/>
          <a:p>
            <a:r>
              <a:rPr lang="en-IN" dirty="0"/>
              <a:t>Skills Required for AI</a:t>
            </a:r>
          </a:p>
        </p:txBody>
      </p:sp>
      <p:sp>
        <p:nvSpPr>
          <p:cNvPr id="3" name="Content Placeholder 2">
            <a:extLst>
              <a:ext uri="{FF2B5EF4-FFF2-40B4-BE49-F238E27FC236}">
                <a16:creationId xmlns:a16="http://schemas.microsoft.com/office/drawing/2014/main" id="{0D5C18F0-E17F-6EEF-C8F0-90DF5DC2E1F0}"/>
              </a:ext>
            </a:extLst>
          </p:cNvPr>
          <p:cNvSpPr>
            <a:spLocks noGrp="1"/>
          </p:cNvSpPr>
          <p:nvPr>
            <p:ph idx="1"/>
          </p:nvPr>
        </p:nvSpPr>
        <p:spPr/>
        <p:txBody>
          <a:bodyPr>
            <a:normAutofit fontScale="85000" lnSpcReduction="20000"/>
          </a:bodyPr>
          <a:lstStyle/>
          <a:p>
            <a:r>
              <a:rPr lang="en-US" b="1" dirty="0"/>
              <a:t>Technical skills needed:</a:t>
            </a:r>
            <a:endParaRPr lang="en-US" dirty="0"/>
          </a:p>
          <a:p>
            <a:r>
              <a:rPr lang="en-US" dirty="0"/>
              <a:t>Python programming</a:t>
            </a:r>
          </a:p>
          <a:p>
            <a:r>
              <a:rPr lang="en-US" dirty="0"/>
              <a:t>Basic </a:t>
            </a:r>
            <a:r>
              <a:rPr lang="en-US" dirty="0" err="1"/>
              <a:t>maths</a:t>
            </a:r>
            <a:r>
              <a:rPr lang="en-US" dirty="0"/>
              <a:t> like statistics and linear algebra</a:t>
            </a:r>
          </a:p>
          <a:p>
            <a:r>
              <a:rPr lang="en-US" dirty="0"/>
              <a:t>Machine learning algorithms</a:t>
            </a:r>
          </a:p>
          <a:p>
            <a:r>
              <a:rPr lang="en-US" dirty="0"/>
              <a:t>Deep learning concepts</a:t>
            </a:r>
          </a:p>
          <a:p>
            <a:r>
              <a:rPr lang="en-US" dirty="0"/>
              <a:t>Working with data (Pandas, NumPy)</a:t>
            </a:r>
          </a:p>
          <a:p>
            <a:r>
              <a:rPr lang="en-US" dirty="0"/>
              <a:t>Knowledge of tools like TensorFlow or </a:t>
            </a:r>
            <a:r>
              <a:rPr lang="en-US" dirty="0" err="1"/>
              <a:t>PyTorch</a:t>
            </a:r>
            <a:endParaRPr lang="en-US" dirty="0"/>
          </a:p>
          <a:p>
            <a:r>
              <a:rPr lang="en-US" b="1" dirty="0"/>
              <a:t>Soft skills:</a:t>
            </a:r>
            <a:endParaRPr lang="en-US" dirty="0"/>
          </a:p>
          <a:p>
            <a:r>
              <a:rPr lang="en-US" dirty="0"/>
              <a:t>Problem-solving</a:t>
            </a:r>
          </a:p>
          <a:p>
            <a:r>
              <a:rPr lang="en-US" dirty="0"/>
              <a:t>Logical thinking</a:t>
            </a:r>
          </a:p>
          <a:p>
            <a:r>
              <a:rPr lang="en-US" dirty="0"/>
              <a:t>Patience and curiosity (because AI models take time to learn and improve)</a:t>
            </a:r>
          </a:p>
          <a:p>
            <a:endParaRPr lang="en-US" dirty="0"/>
          </a:p>
          <a:p>
            <a:endParaRPr lang="en-IN" dirty="0"/>
          </a:p>
        </p:txBody>
      </p:sp>
    </p:spTree>
    <p:extLst>
      <p:ext uri="{BB962C8B-B14F-4D97-AF65-F5344CB8AC3E}">
        <p14:creationId xmlns:p14="http://schemas.microsoft.com/office/powerpoint/2010/main" val="35960657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E1105-1B94-507A-A8FE-FF8535949A4D}"/>
              </a:ext>
            </a:extLst>
          </p:cNvPr>
          <p:cNvSpPr>
            <a:spLocks noGrp="1"/>
          </p:cNvSpPr>
          <p:nvPr>
            <p:ph type="title"/>
          </p:nvPr>
        </p:nvSpPr>
        <p:spPr>
          <a:xfrm>
            <a:off x="838200" y="245384"/>
            <a:ext cx="10515600" cy="647246"/>
          </a:xfrm>
        </p:spPr>
        <p:txBody>
          <a:bodyPr>
            <a:normAutofit fontScale="90000"/>
          </a:bodyPr>
          <a:lstStyle/>
          <a:p>
            <a:r>
              <a:rPr lang="en-IN" dirty="0"/>
              <a:t>Trends In AI</a:t>
            </a:r>
          </a:p>
        </p:txBody>
      </p:sp>
      <p:sp>
        <p:nvSpPr>
          <p:cNvPr id="7" name="TextBox 6">
            <a:extLst>
              <a:ext uri="{FF2B5EF4-FFF2-40B4-BE49-F238E27FC236}">
                <a16:creationId xmlns:a16="http://schemas.microsoft.com/office/drawing/2014/main" id="{EA3DBE4C-4E25-33A0-F60A-8899D7EE6767}"/>
              </a:ext>
            </a:extLst>
          </p:cNvPr>
          <p:cNvSpPr txBox="1"/>
          <p:nvPr/>
        </p:nvSpPr>
        <p:spPr>
          <a:xfrm>
            <a:off x="696686" y="1045029"/>
            <a:ext cx="11119757" cy="6186309"/>
          </a:xfrm>
          <a:prstGeom prst="rect">
            <a:avLst/>
          </a:prstGeom>
          <a:noFill/>
        </p:spPr>
        <p:txBody>
          <a:bodyPr wrap="square">
            <a:spAutoFit/>
          </a:bodyPr>
          <a:lstStyle/>
          <a:p>
            <a:pPr marL="285750" indent="-285750">
              <a:buFont typeface="Arial" panose="020B0604020202020204" pitchFamily="34" charset="0"/>
              <a:buChar char="•"/>
            </a:pPr>
            <a:r>
              <a:rPr lang="en-US" b="1" dirty="0"/>
              <a:t>AI Agents &amp; Autonomous Systems</a:t>
            </a:r>
          </a:p>
          <a:p>
            <a:pPr marL="342900" indent="-342900">
              <a:buFont typeface="+mj-lt"/>
              <a:buAutoNum type="arabicPeriod"/>
            </a:pPr>
            <a:r>
              <a:rPr lang="en-US" dirty="0"/>
              <a:t>AI systems act like “digital workers”</a:t>
            </a:r>
          </a:p>
          <a:p>
            <a:pPr marL="342900" indent="-342900">
              <a:buFont typeface="+mj-lt"/>
              <a:buAutoNum type="arabicPeriod"/>
            </a:pPr>
            <a:r>
              <a:rPr lang="en-US" dirty="0"/>
              <a:t>Can plan and perform multi-step tasks</a:t>
            </a:r>
          </a:p>
          <a:p>
            <a:pPr marL="342900" indent="-342900">
              <a:buFont typeface="+mj-lt"/>
              <a:buAutoNum type="arabicPeriod"/>
            </a:pPr>
            <a:r>
              <a:rPr lang="en-US" dirty="0"/>
              <a:t>Need minimal human involvement</a:t>
            </a:r>
          </a:p>
          <a:p>
            <a:pPr marL="285750" indent="-285750">
              <a:buFont typeface="Arial" panose="020B0604020202020204" pitchFamily="34" charset="0"/>
              <a:buChar char="•"/>
            </a:pPr>
            <a:r>
              <a:rPr lang="en-US" b="1" dirty="0"/>
              <a:t>Democratization of AI</a:t>
            </a:r>
          </a:p>
          <a:p>
            <a:pPr marL="342900" indent="-342900">
              <a:buFont typeface="+mj-lt"/>
              <a:buAutoNum type="arabicPeriod"/>
            </a:pPr>
            <a:r>
              <a:rPr lang="en-US" dirty="0"/>
              <a:t>AI tools becoming easier for everyone</a:t>
            </a:r>
          </a:p>
          <a:p>
            <a:pPr marL="342900" indent="-342900">
              <a:buFont typeface="+mj-lt"/>
              <a:buAutoNum type="arabicPeriod"/>
            </a:pPr>
            <a:r>
              <a:rPr lang="en-US" dirty="0"/>
              <a:t>Low-code/no-code platforms growing</a:t>
            </a:r>
          </a:p>
          <a:p>
            <a:pPr marL="342900" indent="-342900">
              <a:buFont typeface="+mj-lt"/>
              <a:buAutoNum type="arabicPeriod"/>
            </a:pPr>
            <a:r>
              <a:rPr lang="en-US" dirty="0"/>
              <a:t>Small businesses can build/use AI easily</a:t>
            </a:r>
          </a:p>
          <a:p>
            <a:pPr marL="285750" indent="-285750">
              <a:buFont typeface="Arial" panose="020B0604020202020204" pitchFamily="34" charset="0"/>
              <a:buChar char="•"/>
            </a:pPr>
            <a:r>
              <a:rPr lang="en-US" b="1" dirty="0"/>
              <a:t>AI in Scientific Research</a:t>
            </a:r>
          </a:p>
          <a:p>
            <a:pPr marL="342900" indent="-342900">
              <a:buFont typeface="+mj-lt"/>
              <a:buAutoNum type="arabicPeriod"/>
            </a:pPr>
            <a:r>
              <a:rPr lang="en-US" dirty="0"/>
              <a:t>Analyzes large and complex data</a:t>
            </a:r>
          </a:p>
          <a:p>
            <a:pPr marL="342900" indent="-342900">
              <a:buFont typeface="+mj-lt"/>
              <a:buAutoNum type="arabicPeriod"/>
            </a:pPr>
            <a:r>
              <a:rPr lang="en-US" dirty="0"/>
              <a:t>Speeds up discoveries in medicine &amp; science</a:t>
            </a:r>
          </a:p>
          <a:p>
            <a:pPr marL="342900" indent="-342900">
              <a:buFont typeface="+mj-lt"/>
              <a:buAutoNum type="arabicPeriod"/>
            </a:pPr>
            <a:r>
              <a:rPr lang="en-US" dirty="0"/>
              <a:t>Helps in drug discovery and personalized treatments</a:t>
            </a:r>
          </a:p>
          <a:p>
            <a:pPr marL="285750" indent="-285750">
              <a:buFont typeface="Arial" panose="020B0604020202020204" pitchFamily="34" charset="0"/>
              <a:buChar char="•"/>
            </a:pPr>
            <a:r>
              <a:rPr lang="en-US" b="1" dirty="0"/>
              <a:t>Human–AI Collaboration</a:t>
            </a:r>
          </a:p>
          <a:p>
            <a:pPr marL="342900" indent="-342900">
              <a:buFont typeface="+mj-lt"/>
              <a:buAutoNum type="arabicPeriod"/>
            </a:pPr>
            <a:r>
              <a:rPr lang="en-US" dirty="0"/>
              <a:t>AI supports humans instead of replacing them</a:t>
            </a:r>
          </a:p>
          <a:p>
            <a:pPr marL="342900" indent="-342900">
              <a:buFont typeface="+mj-lt"/>
              <a:buAutoNum type="arabicPeriod"/>
            </a:pPr>
            <a:r>
              <a:rPr lang="en-US" dirty="0"/>
              <a:t>Improves decision-making and productivity</a:t>
            </a:r>
          </a:p>
          <a:p>
            <a:pPr marL="342900" indent="-342900">
              <a:buFont typeface="+mj-lt"/>
              <a:buAutoNum type="arabicPeriod"/>
            </a:pPr>
            <a:r>
              <a:rPr lang="en-US" dirty="0"/>
              <a:t>Enhances human skills and capabilities</a:t>
            </a:r>
          </a:p>
          <a:p>
            <a:pPr marL="285750" indent="-285750">
              <a:buFont typeface="Arial" panose="020B0604020202020204" pitchFamily="34" charset="0"/>
              <a:buChar char="•"/>
            </a:pPr>
            <a:r>
              <a:rPr lang="en-US" b="1" dirty="0"/>
              <a:t>Regulation &amp; Ethical Governance</a:t>
            </a:r>
          </a:p>
          <a:p>
            <a:pPr marL="342900" indent="-342900">
              <a:buFont typeface="+mj-lt"/>
              <a:buAutoNum type="arabicPeriod"/>
            </a:pPr>
            <a:r>
              <a:rPr lang="en-US" dirty="0"/>
              <a:t>More rules around safe AI use</a:t>
            </a:r>
          </a:p>
          <a:p>
            <a:pPr marL="342900" indent="-342900">
              <a:buFont typeface="+mj-lt"/>
              <a:buAutoNum type="arabicPeriod"/>
            </a:pPr>
            <a:r>
              <a:rPr lang="en-US" dirty="0"/>
              <a:t>Focus on privacy, bias, and misinformation</a:t>
            </a:r>
          </a:p>
          <a:p>
            <a:pPr marL="342900" indent="-342900">
              <a:buFont typeface="+mj-lt"/>
              <a:buAutoNum type="arabicPeriod"/>
            </a:pPr>
            <a:r>
              <a:rPr lang="en-US" dirty="0"/>
              <a:t>Ensures responsible development</a:t>
            </a:r>
          </a:p>
          <a:p>
            <a:endParaRPr lang="en-US" dirty="0"/>
          </a:p>
          <a:p>
            <a:pPr marL="285750" indent="-285750">
              <a:buFont typeface="Arial" panose="020B0604020202020204" pitchFamily="34" charset="0"/>
              <a:buChar char="•"/>
            </a:pPr>
            <a:endParaRPr lang="en-US" b="1" dirty="0"/>
          </a:p>
        </p:txBody>
      </p:sp>
    </p:spTree>
    <p:extLst>
      <p:ext uri="{BB962C8B-B14F-4D97-AF65-F5344CB8AC3E}">
        <p14:creationId xmlns:p14="http://schemas.microsoft.com/office/powerpoint/2010/main" val="19267267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E76A9-D560-3551-0117-3F9B7106DDBA}"/>
              </a:ext>
            </a:extLst>
          </p:cNvPr>
          <p:cNvSpPr>
            <a:spLocks noGrp="1"/>
          </p:cNvSpPr>
          <p:nvPr>
            <p:ph type="title"/>
          </p:nvPr>
        </p:nvSpPr>
        <p:spPr>
          <a:xfrm>
            <a:off x="838200" y="2259239"/>
            <a:ext cx="10515600" cy="1325563"/>
          </a:xfrm>
        </p:spPr>
        <p:txBody>
          <a:bodyPr/>
          <a:lstStyle/>
          <a:p>
            <a:r>
              <a:rPr lang="en-IN" dirty="0"/>
              <a:t>Thank You</a:t>
            </a:r>
            <a:br>
              <a:rPr lang="en-IN" dirty="0"/>
            </a:br>
            <a:endParaRPr lang="en-IN" dirty="0"/>
          </a:p>
        </p:txBody>
      </p:sp>
    </p:spTree>
    <p:extLst>
      <p:ext uri="{BB962C8B-B14F-4D97-AF65-F5344CB8AC3E}">
        <p14:creationId xmlns:p14="http://schemas.microsoft.com/office/powerpoint/2010/main" val="28420645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TotalTime>
  <Words>691</Words>
  <Application>Microsoft Office PowerPoint</Application>
  <PresentationFormat>Widescreen</PresentationFormat>
  <Paragraphs>72</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Computer Science Fundamental Assignment - 3  </vt:lpstr>
      <vt:lpstr>Artificial Intelligence (AI)</vt:lpstr>
      <vt:lpstr>Core Technologies in AI</vt:lpstr>
      <vt:lpstr>Indian Use Case of AI</vt:lpstr>
      <vt:lpstr>Global Use Case of AI</vt:lpstr>
      <vt:lpstr>Career Opportunities in AI</vt:lpstr>
      <vt:lpstr>Skills Required for AI</vt:lpstr>
      <vt:lpstr>Trends In AI</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Pranav Nailwal</dc:creator>
  <cp:lastModifiedBy>Pranav Nailwal</cp:lastModifiedBy>
  <cp:revision>1</cp:revision>
  <dcterms:created xsi:type="dcterms:W3CDTF">2025-11-22T02:01:08Z</dcterms:created>
  <dcterms:modified xsi:type="dcterms:W3CDTF">2025-11-22T03:10:29Z</dcterms:modified>
</cp:coreProperties>
</file>